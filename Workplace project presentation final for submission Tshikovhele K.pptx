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0" r:id="rId2"/>
    <p:sldId id="317" r:id="rId3"/>
    <p:sldId id="2147375965" r:id="rId4"/>
    <p:sldId id="2147375963" r:id="rId5"/>
    <p:sldId id="2147375962" r:id="rId6"/>
    <p:sldId id="260" r:id="rId7"/>
    <p:sldId id="2147375966" r:id="rId8"/>
    <p:sldId id="2147375967" r:id="rId9"/>
    <p:sldId id="2147375968" r:id="rId10"/>
    <p:sldId id="2147375969" r:id="rId11"/>
    <p:sldId id="2147375970" r:id="rId12"/>
    <p:sldId id="21473759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1" d="100"/>
          <a:sy n="61" d="100"/>
        </p:scale>
        <p:origin x="88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1A6013-E379-4205-8B52-BF7418D9B975}" type="doc">
      <dgm:prSet loTypeId="urn:microsoft.com/office/officeart/2009/3/layout/StepUpProcess" loCatId="process" qsTypeId="urn:microsoft.com/office/officeart/2005/8/quickstyle/simple5" qsCatId="simple" csTypeId="urn:microsoft.com/office/officeart/2005/8/colors/accent6_4" csCatId="accent6" phldr="1"/>
      <dgm:spPr/>
      <dgm:t>
        <a:bodyPr/>
        <a:lstStyle/>
        <a:p>
          <a:endParaRPr lang="en-ZA"/>
        </a:p>
      </dgm:t>
    </dgm:pt>
    <dgm:pt modelId="{DCBE10B5-7569-43F7-A3F1-5ADF32B728FB}">
      <dgm:prSet phldrT="[Text]"/>
      <dgm:spPr/>
      <dgm:t>
        <a:bodyPr/>
        <a:lstStyle/>
        <a:p>
          <a:pPr algn="ctr"/>
          <a:r>
            <a:rPr lang="en-ZA" b="1" dirty="0"/>
            <a:t>Scikit-surprise</a:t>
          </a:r>
          <a:r>
            <a:rPr lang="en-ZA" dirty="0"/>
            <a:t>: Essential for machine learning tasks, including preprocessing, </a:t>
          </a:r>
          <a:r>
            <a:rPr lang="en-ZA" dirty="0" err="1"/>
            <a:t>modeling</a:t>
          </a:r>
          <a:r>
            <a:rPr lang="en-ZA" dirty="0"/>
            <a:t>, and evaluation.</a:t>
          </a:r>
        </a:p>
      </dgm:t>
    </dgm:pt>
    <dgm:pt modelId="{B178E0EA-262D-4606-A449-004A92532DD0}" type="parTrans" cxnId="{FE916E47-6EFD-4905-9381-E6AAE3127CF0}">
      <dgm:prSet/>
      <dgm:spPr/>
      <dgm:t>
        <a:bodyPr/>
        <a:lstStyle/>
        <a:p>
          <a:endParaRPr lang="en-ZA"/>
        </a:p>
      </dgm:t>
    </dgm:pt>
    <dgm:pt modelId="{9FF8BCC6-BA87-41CE-95F2-E3F03C4AF8C7}" type="sibTrans" cxnId="{FE916E47-6EFD-4905-9381-E6AAE3127CF0}">
      <dgm:prSet/>
      <dgm:spPr/>
      <dgm:t>
        <a:bodyPr/>
        <a:lstStyle/>
        <a:p>
          <a:endParaRPr lang="en-ZA"/>
        </a:p>
      </dgm:t>
    </dgm:pt>
    <dgm:pt modelId="{FC350B9B-5E99-4E93-8AB4-0CE182CCD5DA}">
      <dgm:prSet phldrT="[Text]"/>
      <dgm:spPr/>
      <dgm:t>
        <a:bodyPr/>
        <a:lstStyle/>
        <a:p>
          <a:pPr algn="ctr"/>
          <a:r>
            <a:rPr lang="en-ZA" b="1" dirty="0"/>
            <a:t>SciPy</a:t>
          </a:r>
          <a:r>
            <a:rPr lang="en-ZA" dirty="0"/>
            <a:t>: </a:t>
          </a:r>
          <a:r>
            <a:rPr lang="en-ZA" b="0" i="0" dirty="0"/>
            <a:t>is a Python library specifically designed for building and evaluating recommender systems using explicit rating data </a:t>
          </a:r>
          <a:endParaRPr lang="en-ZA" b="0" dirty="0"/>
        </a:p>
      </dgm:t>
    </dgm:pt>
    <dgm:pt modelId="{815C28C0-8026-4EF6-B6AC-14E418D9320B}" type="parTrans" cxnId="{8FAF579A-94B1-4B1A-82E9-73E7ACA1990E}">
      <dgm:prSet/>
      <dgm:spPr/>
      <dgm:t>
        <a:bodyPr/>
        <a:lstStyle/>
        <a:p>
          <a:endParaRPr lang="en-ZA"/>
        </a:p>
      </dgm:t>
    </dgm:pt>
    <dgm:pt modelId="{7113941E-19F5-4C3B-9853-4EBC564613F0}" type="sibTrans" cxnId="{8FAF579A-94B1-4B1A-82E9-73E7ACA1990E}">
      <dgm:prSet/>
      <dgm:spPr/>
      <dgm:t>
        <a:bodyPr/>
        <a:lstStyle/>
        <a:p>
          <a:endParaRPr lang="en-ZA"/>
        </a:p>
      </dgm:t>
    </dgm:pt>
    <dgm:pt modelId="{17597577-B05E-4935-8AEF-5BD8C300DDD7}">
      <dgm:prSet phldrT="[Text]"/>
      <dgm:spPr/>
      <dgm:t>
        <a:bodyPr/>
        <a:lstStyle/>
        <a:p>
          <a:pPr algn="ctr"/>
          <a:r>
            <a:rPr lang="en-ZA" b="1" dirty="0"/>
            <a:t>Matplotlib/Seaborn</a:t>
          </a:r>
          <a:r>
            <a:rPr lang="en-ZA" dirty="0"/>
            <a:t>: Crucial for creating various types of visualizations.</a:t>
          </a:r>
        </a:p>
      </dgm:t>
    </dgm:pt>
    <dgm:pt modelId="{7FE20DCA-E041-409A-A3C1-0FCA110D14CC}" type="parTrans" cxnId="{511FC12D-CA38-4F00-A160-8ACAC19D5693}">
      <dgm:prSet/>
      <dgm:spPr/>
      <dgm:t>
        <a:bodyPr/>
        <a:lstStyle/>
        <a:p>
          <a:endParaRPr lang="en-ZA"/>
        </a:p>
      </dgm:t>
    </dgm:pt>
    <dgm:pt modelId="{BCB92990-356D-415F-A5AF-E5F62ADA33AF}" type="sibTrans" cxnId="{511FC12D-CA38-4F00-A160-8ACAC19D5693}">
      <dgm:prSet/>
      <dgm:spPr/>
      <dgm:t>
        <a:bodyPr/>
        <a:lstStyle/>
        <a:p>
          <a:endParaRPr lang="en-ZA"/>
        </a:p>
      </dgm:t>
    </dgm:pt>
    <dgm:pt modelId="{1D036727-706E-42DD-997B-C9A5D66695E7}">
      <dgm:prSet phldrT="[Text]"/>
      <dgm:spPr/>
      <dgm:t>
        <a:bodyPr/>
        <a:lstStyle/>
        <a:p>
          <a:pPr algn="l"/>
          <a:endParaRPr lang="en-ZA" dirty="0"/>
        </a:p>
      </dgm:t>
    </dgm:pt>
    <dgm:pt modelId="{51EC4FD7-0D1D-4F3C-81DC-98B2EABE1719}" type="parTrans" cxnId="{94C4B2E8-8065-418F-880E-C7CB97348479}">
      <dgm:prSet/>
      <dgm:spPr/>
      <dgm:t>
        <a:bodyPr/>
        <a:lstStyle/>
        <a:p>
          <a:endParaRPr lang="en-ZA"/>
        </a:p>
      </dgm:t>
    </dgm:pt>
    <dgm:pt modelId="{30EEA932-BB55-4672-A39F-0DE48DAFB6ED}" type="sibTrans" cxnId="{94C4B2E8-8065-418F-880E-C7CB97348479}">
      <dgm:prSet/>
      <dgm:spPr/>
      <dgm:t>
        <a:bodyPr/>
        <a:lstStyle/>
        <a:p>
          <a:endParaRPr lang="en-ZA"/>
        </a:p>
      </dgm:t>
    </dgm:pt>
    <dgm:pt modelId="{29B70A2C-4CBA-4942-9463-378D57BA021A}">
      <dgm:prSet phldrT="[Text]"/>
      <dgm:spPr/>
      <dgm:t>
        <a:bodyPr/>
        <a:lstStyle/>
        <a:p>
          <a:pPr algn="ctr"/>
          <a:r>
            <a:rPr lang="en-ZA" b="1" dirty="0"/>
            <a:t>NumPy</a:t>
          </a:r>
          <a:r>
            <a:rPr lang="en-ZA" dirty="0"/>
            <a:t>: Fundamental for numerical operations, supporting arrays and matrices.</a:t>
          </a:r>
        </a:p>
      </dgm:t>
    </dgm:pt>
    <dgm:pt modelId="{9FD587FB-EF73-4F70-8A94-99009C4F9560}" type="parTrans" cxnId="{0B8C4584-9E2A-4921-8BF8-2237C40C548A}">
      <dgm:prSet/>
      <dgm:spPr/>
      <dgm:t>
        <a:bodyPr/>
        <a:lstStyle/>
        <a:p>
          <a:endParaRPr lang="en-ZA"/>
        </a:p>
      </dgm:t>
    </dgm:pt>
    <dgm:pt modelId="{D2F9E48B-AAC6-497C-94EB-CB45B56262C9}" type="sibTrans" cxnId="{0B8C4584-9E2A-4921-8BF8-2237C40C548A}">
      <dgm:prSet/>
      <dgm:spPr/>
      <dgm:t>
        <a:bodyPr/>
        <a:lstStyle/>
        <a:p>
          <a:endParaRPr lang="en-ZA"/>
        </a:p>
      </dgm:t>
    </dgm:pt>
    <dgm:pt modelId="{F27EAD81-893F-4C8A-9454-C2071D4A9D67}">
      <dgm:prSet phldrT="[Text]"/>
      <dgm:spPr/>
      <dgm:t>
        <a:bodyPr/>
        <a:lstStyle/>
        <a:p>
          <a:pPr algn="ctr"/>
          <a:r>
            <a:rPr lang="en-ZA" b="1" dirty="0"/>
            <a:t>Pandas</a:t>
          </a:r>
          <a:r>
            <a:rPr lang="en-ZA" dirty="0"/>
            <a:t>: Essential for data manipulation, including reading, cleaning, and analysing data</a:t>
          </a:r>
        </a:p>
      </dgm:t>
    </dgm:pt>
    <dgm:pt modelId="{69890897-B72F-4FCE-9165-CD467B70CD1D}" type="parTrans" cxnId="{E3B76446-D623-4F84-B6E7-5F1B30DD5041}">
      <dgm:prSet/>
      <dgm:spPr/>
      <dgm:t>
        <a:bodyPr/>
        <a:lstStyle/>
        <a:p>
          <a:endParaRPr lang="en-ZA"/>
        </a:p>
      </dgm:t>
    </dgm:pt>
    <dgm:pt modelId="{2A65682C-63CD-41C2-8242-0D45DB7BE8A6}" type="sibTrans" cxnId="{E3B76446-D623-4F84-B6E7-5F1B30DD5041}">
      <dgm:prSet/>
      <dgm:spPr/>
      <dgm:t>
        <a:bodyPr/>
        <a:lstStyle/>
        <a:p>
          <a:endParaRPr lang="en-ZA"/>
        </a:p>
      </dgm:t>
    </dgm:pt>
    <dgm:pt modelId="{7EC95670-4C2A-450A-8656-326406AD2250}">
      <dgm:prSet phldrT="[Text]"/>
      <dgm:spPr/>
      <dgm:t>
        <a:bodyPr/>
        <a:lstStyle/>
        <a:p>
          <a:pPr algn="ctr">
            <a:buNone/>
          </a:pPr>
          <a:r>
            <a:rPr lang="en-ZA" b="1"/>
            <a:t>Jupyter Notebook</a:t>
          </a:r>
          <a:r>
            <a:rPr lang="en-ZA"/>
            <a:t>: Facilitates an interactive environment for coding and data exploration.</a:t>
          </a:r>
          <a:endParaRPr lang="en-ZA" dirty="0"/>
        </a:p>
      </dgm:t>
    </dgm:pt>
    <dgm:pt modelId="{C7DD1FF3-7CDB-4C06-A560-D995D9EB3484}" type="parTrans" cxnId="{4F2FF2F8-F5D9-4A16-BA05-5DCB9EA7D1C7}">
      <dgm:prSet/>
      <dgm:spPr/>
      <dgm:t>
        <a:bodyPr/>
        <a:lstStyle/>
        <a:p>
          <a:endParaRPr lang="en-ZA"/>
        </a:p>
      </dgm:t>
    </dgm:pt>
    <dgm:pt modelId="{5BF6F379-3204-4D38-8081-AEDB08698421}" type="sibTrans" cxnId="{4F2FF2F8-F5D9-4A16-BA05-5DCB9EA7D1C7}">
      <dgm:prSet/>
      <dgm:spPr/>
      <dgm:t>
        <a:bodyPr/>
        <a:lstStyle/>
        <a:p>
          <a:endParaRPr lang="en-ZA"/>
        </a:p>
      </dgm:t>
    </dgm:pt>
    <dgm:pt modelId="{C5FBACE8-F32D-4923-8E33-862245004B54}" type="pres">
      <dgm:prSet presAssocID="{CA1A6013-E379-4205-8B52-BF7418D9B975}" presName="rootnode" presStyleCnt="0">
        <dgm:presLayoutVars>
          <dgm:chMax/>
          <dgm:chPref/>
          <dgm:dir/>
          <dgm:animLvl val="lvl"/>
        </dgm:presLayoutVars>
      </dgm:prSet>
      <dgm:spPr/>
    </dgm:pt>
    <dgm:pt modelId="{2DF2A7ED-9051-455C-AACE-5784CA9F8584}" type="pres">
      <dgm:prSet presAssocID="{7EC95670-4C2A-450A-8656-326406AD2250}" presName="composite" presStyleCnt="0"/>
      <dgm:spPr/>
    </dgm:pt>
    <dgm:pt modelId="{38EF0F2D-9685-46D7-B5D4-3A9E7A4D9073}" type="pres">
      <dgm:prSet presAssocID="{7EC95670-4C2A-450A-8656-326406AD2250}" presName="LShape" presStyleLbl="alignNode1" presStyleIdx="0" presStyleCnt="11"/>
      <dgm:spPr/>
    </dgm:pt>
    <dgm:pt modelId="{ED6DA493-1953-44B2-91C3-656AC3B6C6EA}" type="pres">
      <dgm:prSet presAssocID="{7EC95670-4C2A-450A-8656-326406AD2250}" presName="ParentText" presStyleLbl="revTx" presStyleIdx="0" presStyleCnt="6">
        <dgm:presLayoutVars>
          <dgm:chMax val="0"/>
          <dgm:chPref val="0"/>
          <dgm:bulletEnabled val="1"/>
        </dgm:presLayoutVars>
      </dgm:prSet>
      <dgm:spPr/>
    </dgm:pt>
    <dgm:pt modelId="{1E96C1F2-0C19-4556-9ED8-5BD629C73342}" type="pres">
      <dgm:prSet presAssocID="{7EC95670-4C2A-450A-8656-326406AD2250}" presName="Triangle" presStyleLbl="alignNode1" presStyleIdx="1" presStyleCnt="11"/>
      <dgm:spPr/>
    </dgm:pt>
    <dgm:pt modelId="{C9B493ED-9179-4D54-BB35-13E396B5C59B}" type="pres">
      <dgm:prSet presAssocID="{5BF6F379-3204-4D38-8081-AEDB08698421}" presName="sibTrans" presStyleCnt="0"/>
      <dgm:spPr/>
    </dgm:pt>
    <dgm:pt modelId="{55C81620-1A26-48EB-BFF0-646C0DFBE1E1}" type="pres">
      <dgm:prSet presAssocID="{5BF6F379-3204-4D38-8081-AEDB08698421}" presName="space" presStyleCnt="0"/>
      <dgm:spPr/>
    </dgm:pt>
    <dgm:pt modelId="{AABA9180-0BAA-471C-9DD4-46AD473F0E03}" type="pres">
      <dgm:prSet presAssocID="{DCBE10B5-7569-43F7-A3F1-5ADF32B728FB}" presName="composite" presStyleCnt="0"/>
      <dgm:spPr/>
    </dgm:pt>
    <dgm:pt modelId="{10CAD734-EFE7-412A-B437-CD8D96D5387A}" type="pres">
      <dgm:prSet presAssocID="{DCBE10B5-7569-43F7-A3F1-5ADF32B728FB}" presName="LShape" presStyleLbl="alignNode1" presStyleIdx="2" presStyleCnt="11"/>
      <dgm:spPr>
        <a:solidFill>
          <a:srgbClr val="006341"/>
        </a:solidFill>
      </dgm:spPr>
    </dgm:pt>
    <dgm:pt modelId="{B2E57CA8-B5F8-4826-99DA-261D2E509A3F}" type="pres">
      <dgm:prSet presAssocID="{DCBE10B5-7569-43F7-A3F1-5ADF32B728FB}" presName="ParentText" presStyleLbl="revTx" presStyleIdx="1" presStyleCnt="6">
        <dgm:presLayoutVars>
          <dgm:chMax val="0"/>
          <dgm:chPref val="0"/>
          <dgm:bulletEnabled val="1"/>
        </dgm:presLayoutVars>
      </dgm:prSet>
      <dgm:spPr/>
    </dgm:pt>
    <dgm:pt modelId="{CC6E747C-4329-4DE8-A112-7796E6B26081}" type="pres">
      <dgm:prSet presAssocID="{DCBE10B5-7569-43F7-A3F1-5ADF32B728FB}" presName="Triangle" presStyleLbl="alignNode1" presStyleIdx="3" presStyleCnt="11"/>
      <dgm:spPr>
        <a:solidFill>
          <a:srgbClr val="006341"/>
        </a:solidFill>
      </dgm:spPr>
    </dgm:pt>
    <dgm:pt modelId="{5A6DE9E3-0456-4CCA-AC16-655E40FBE918}" type="pres">
      <dgm:prSet presAssocID="{9FF8BCC6-BA87-41CE-95F2-E3F03C4AF8C7}" presName="sibTrans" presStyleCnt="0"/>
      <dgm:spPr/>
    </dgm:pt>
    <dgm:pt modelId="{62E84599-A93F-485D-92FF-19EDBB59F527}" type="pres">
      <dgm:prSet presAssocID="{9FF8BCC6-BA87-41CE-95F2-E3F03C4AF8C7}" presName="space" presStyleCnt="0"/>
      <dgm:spPr/>
    </dgm:pt>
    <dgm:pt modelId="{7C4F2290-9E38-4AAD-8452-B91F4DA857AB}" type="pres">
      <dgm:prSet presAssocID="{FC350B9B-5E99-4E93-8AB4-0CE182CCD5DA}" presName="composite" presStyleCnt="0"/>
      <dgm:spPr/>
    </dgm:pt>
    <dgm:pt modelId="{43D94316-C1C5-4512-9D7F-DE64EC89F2FF}" type="pres">
      <dgm:prSet presAssocID="{FC350B9B-5E99-4E93-8AB4-0CE182CCD5DA}" presName="LShape" presStyleLbl="alignNode1" presStyleIdx="4" presStyleCnt="11"/>
      <dgm:spPr>
        <a:solidFill>
          <a:srgbClr val="006341"/>
        </a:solidFill>
      </dgm:spPr>
    </dgm:pt>
    <dgm:pt modelId="{FA39C202-85B8-453F-BCF8-86105382E661}" type="pres">
      <dgm:prSet presAssocID="{FC350B9B-5E99-4E93-8AB4-0CE182CCD5DA}" presName="ParentText" presStyleLbl="revTx" presStyleIdx="2" presStyleCnt="6">
        <dgm:presLayoutVars>
          <dgm:chMax val="0"/>
          <dgm:chPref val="0"/>
          <dgm:bulletEnabled val="1"/>
        </dgm:presLayoutVars>
      </dgm:prSet>
      <dgm:spPr/>
    </dgm:pt>
    <dgm:pt modelId="{C7747AFB-FB4A-4D25-B17D-13F6A397184C}" type="pres">
      <dgm:prSet presAssocID="{FC350B9B-5E99-4E93-8AB4-0CE182CCD5DA}" presName="Triangle" presStyleLbl="alignNode1" presStyleIdx="5" presStyleCnt="11"/>
      <dgm:spPr>
        <a:solidFill>
          <a:srgbClr val="006341"/>
        </a:solidFill>
      </dgm:spPr>
    </dgm:pt>
    <dgm:pt modelId="{A2CDB663-1F0B-4792-B10D-B40BBBE0DE95}" type="pres">
      <dgm:prSet presAssocID="{7113941E-19F5-4C3B-9853-4EBC564613F0}" presName="sibTrans" presStyleCnt="0"/>
      <dgm:spPr/>
    </dgm:pt>
    <dgm:pt modelId="{3B37139D-75F2-4FA1-9709-1B00DE1A4908}" type="pres">
      <dgm:prSet presAssocID="{7113941E-19F5-4C3B-9853-4EBC564613F0}" presName="space" presStyleCnt="0"/>
      <dgm:spPr/>
    </dgm:pt>
    <dgm:pt modelId="{0ADA53B0-3781-4C4C-B4E6-1E0779268259}" type="pres">
      <dgm:prSet presAssocID="{17597577-B05E-4935-8AEF-5BD8C300DDD7}" presName="composite" presStyleCnt="0"/>
      <dgm:spPr/>
    </dgm:pt>
    <dgm:pt modelId="{31514AAE-C871-46DA-998A-C6043B48CC5C}" type="pres">
      <dgm:prSet presAssocID="{17597577-B05E-4935-8AEF-5BD8C300DDD7}" presName="LShape" presStyleLbl="alignNode1" presStyleIdx="6" presStyleCnt="11"/>
      <dgm:spPr>
        <a:solidFill>
          <a:srgbClr val="006341"/>
        </a:solidFill>
      </dgm:spPr>
    </dgm:pt>
    <dgm:pt modelId="{46E61FCF-C72A-465E-84D4-BAC5FA64387C}" type="pres">
      <dgm:prSet presAssocID="{17597577-B05E-4935-8AEF-5BD8C300DDD7}" presName="ParentText" presStyleLbl="revTx" presStyleIdx="3" presStyleCnt="6">
        <dgm:presLayoutVars>
          <dgm:chMax val="0"/>
          <dgm:chPref val="0"/>
          <dgm:bulletEnabled val="1"/>
        </dgm:presLayoutVars>
      </dgm:prSet>
      <dgm:spPr/>
    </dgm:pt>
    <dgm:pt modelId="{FC662DEE-5164-4027-8403-580EF75E8B6B}" type="pres">
      <dgm:prSet presAssocID="{17597577-B05E-4935-8AEF-5BD8C300DDD7}" presName="Triangle" presStyleLbl="alignNode1" presStyleIdx="7" presStyleCnt="11"/>
      <dgm:spPr>
        <a:solidFill>
          <a:srgbClr val="006341"/>
        </a:solidFill>
      </dgm:spPr>
    </dgm:pt>
    <dgm:pt modelId="{128BD63F-221B-4EBB-9031-550E99C18A84}" type="pres">
      <dgm:prSet presAssocID="{BCB92990-356D-415F-A5AF-E5F62ADA33AF}" presName="sibTrans" presStyleCnt="0"/>
      <dgm:spPr/>
    </dgm:pt>
    <dgm:pt modelId="{C20A0F27-8CB6-4483-BC6A-57773DF85A0A}" type="pres">
      <dgm:prSet presAssocID="{BCB92990-356D-415F-A5AF-E5F62ADA33AF}" presName="space" presStyleCnt="0"/>
      <dgm:spPr/>
    </dgm:pt>
    <dgm:pt modelId="{A3234D1F-157A-47DA-A176-AD7681FBD8AD}" type="pres">
      <dgm:prSet presAssocID="{29B70A2C-4CBA-4942-9463-378D57BA021A}" presName="composite" presStyleCnt="0"/>
      <dgm:spPr/>
    </dgm:pt>
    <dgm:pt modelId="{988F3964-4B00-4036-AE9E-F9B860540E66}" type="pres">
      <dgm:prSet presAssocID="{29B70A2C-4CBA-4942-9463-378D57BA021A}" presName="LShape" presStyleLbl="alignNode1" presStyleIdx="8" presStyleCnt="11"/>
      <dgm:spPr>
        <a:solidFill>
          <a:srgbClr val="006341"/>
        </a:solidFill>
      </dgm:spPr>
    </dgm:pt>
    <dgm:pt modelId="{3EF30545-327F-4C74-96F6-687B2A2E5A8C}" type="pres">
      <dgm:prSet presAssocID="{29B70A2C-4CBA-4942-9463-378D57BA021A}" presName="ParentText" presStyleLbl="revTx" presStyleIdx="4" presStyleCnt="6">
        <dgm:presLayoutVars>
          <dgm:chMax val="0"/>
          <dgm:chPref val="0"/>
          <dgm:bulletEnabled val="1"/>
        </dgm:presLayoutVars>
      </dgm:prSet>
      <dgm:spPr/>
    </dgm:pt>
    <dgm:pt modelId="{6794512D-4796-4C65-8A6C-86059E215CE1}" type="pres">
      <dgm:prSet presAssocID="{29B70A2C-4CBA-4942-9463-378D57BA021A}" presName="Triangle" presStyleLbl="alignNode1" presStyleIdx="9" presStyleCnt="11"/>
      <dgm:spPr>
        <a:solidFill>
          <a:srgbClr val="006341"/>
        </a:solidFill>
      </dgm:spPr>
    </dgm:pt>
    <dgm:pt modelId="{6384A09B-0A3E-4044-A235-EB589731037C}" type="pres">
      <dgm:prSet presAssocID="{D2F9E48B-AAC6-497C-94EB-CB45B56262C9}" presName="sibTrans" presStyleCnt="0"/>
      <dgm:spPr/>
    </dgm:pt>
    <dgm:pt modelId="{280315E1-7000-47F7-9506-E10644C2C689}" type="pres">
      <dgm:prSet presAssocID="{D2F9E48B-AAC6-497C-94EB-CB45B56262C9}" presName="space" presStyleCnt="0"/>
      <dgm:spPr/>
    </dgm:pt>
    <dgm:pt modelId="{BD36C5AF-D2FF-4454-B7CB-40726F66E5EF}" type="pres">
      <dgm:prSet presAssocID="{F27EAD81-893F-4C8A-9454-C2071D4A9D67}" presName="composite" presStyleCnt="0"/>
      <dgm:spPr/>
    </dgm:pt>
    <dgm:pt modelId="{11E34809-34EF-409F-8A0B-E5C9D0C83CC3}" type="pres">
      <dgm:prSet presAssocID="{F27EAD81-893F-4C8A-9454-C2071D4A9D67}" presName="LShape" presStyleLbl="alignNode1" presStyleIdx="10" presStyleCnt="11"/>
      <dgm:spPr>
        <a:solidFill>
          <a:srgbClr val="006341"/>
        </a:solidFill>
      </dgm:spPr>
    </dgm:pt>
    <dgm:pt modelId="{A0634A9E-57AD-44EE-B562-C78980496651}" type="pres">
      <dgm:prSet presAssocID="{F27EAD81-893F-4C8A-9454-C2071D4A9D67}" presName="ParentText" presStyleLbl="revTx" presStyleIdx="5" presStyleCnt="6">
        <dgm:presLayoutVars>
          <dgm:chMax val="0"/>
          <dgm:chPref val="0"/>
          <dgm:bulletEnabled val="1"/>
        </dgm:presLayoutVars>
      </dgm:prSet>
      <dgm:spPr/>
    </dgm:pt>
  </dgm:ptLst>
  <dgm:cxnLst>
    <dgm:cxn modelId="{1430430B-3B11-40A6-B187-407AB149C45C}" type="presOf" srcId="{29B70A2C-4CBA-4942-9463-378D57BA021A}" destId="{3EF30545-327F-4C74-96F6-687B2A2E5A8C}" srcOrd="0" destOrd="0" presId="urn:microsoft.com/office/officeart/2009/3/layout/StepUpProcess"/>
    <dgm:cxn modelId="{D727C919-851A-42EB-8E3A-10F0F9F6C120}" type="presOf" srcId="{17597577-B05E-4935-8AEF-5BD8C300DDD7}" destId="{46E61FCF-C72A-465E-84D4-BAC5FA64387C}" srcOrd="0" destOrd="0" presId="urn:microsoft.com/office/officeart/2009/3/layout/StepUpProcess"/>
    <dgm:cxn modelId="{796E5D2A-516A-4A7D-8AE9-D0AC0A426989}" type="presOf" srcId="{7EC95670-4C2A-450A-8656-326406AD2250}" destId="{ED6DA493-1953-44B2-91C3-656AC3B6C6EA}" srcOrd="0" destOrd="0" presId="urn:microsoft.com/office/officeart/2009/3/layout/StepUpProcess"/>
    <dgm:cxn modelId="{511FC12D-CA38-4F00-A160-8ACAC19D5693}" srcId="{CA1A6013-E379-4205-8B52-BF7418D9B975}" destId="{17597577-B05E-4935-8AEF-5BD8C300DDD7}" srcOrd="3" destOrd="0" parTransId="{7FE20DCA-E041-409A-A3C1-0FCA110D14CC}" sibTransId="{BCB92990-356D-415F-A5AF-E5F62ADA33AF}"/>
    <dgm:cxn modelId="{350DE062-72F5-40D7-8DBA-54A4F091BF7D}" type="presOf" srcId="{CA1A6013-E379-4205-8B52-BF7418D9B975}" destId="{C5FBACE8-F32D-4923-8E33-862245004B54}" srcOrd="0" destOrd="0" presId="urn:microsoft.com/office/officeart/2009/3/layout/StepUpProcess"/>
    <dgm:cxn modelId="{E3B76446-D623-4F84-B6E7-5F1B30DD5041}" srcId="{CA1A6013-E379-4205-8B52-BF7418D9B975}" destId="{F27EAD81-893F-4C8A-9454-C2071D4A9D67}" srcOrd="5" destOrd="0" parTransId="{69890897-B72F-4FCE-9165-CD467B70CD1D}" sibTransId="{2A65682C-63CD-41C2-8242-0D45DB7BE8A6}"/>
    <dgm:cxn modelId="{FE916E47-6EFD-4905-9381-E6AAE3127CF0}" srcId="{CA1A6013-E379-4205-8B52-BF7418D9B975}" destId="{DCBE10B5-7569-43F7-A3F1-5ADF32B728FB}" srcOrd="1" destOrd="0" parTransId="{B178E0EA-262D-4606-A449-004A92532DD0}" sibTransId="{9FF8BCC6-BA87-41CE-95F2-E3F03C4AF8C7}"/>
    <dgm:cxn modelId="{0114DC71-E75B-41AA-A7CA-04DB6FA29118}" type="presOf" srcId="{DCBE10B5-7569-43F7-A3F1-5ADF32B728FB}" destId="{B2E57CA8-B5F8-4826-99DA-261D2E509A3F}" srcOrd="0" destOrd="0" presId="urn:microsoft.com/office/officeart/2009/3/layout/StepUpProcess"/>
    <dgm:cxn modelId="{0B8C4584-9E2A-4921-8BF8-2237C40C548A}" srcId="{CA1A6013-E379-4205-8B52-BF7418D9B975}" destId="{29B70A2C-4CBA-4942-9463-378D57BA021A}" srcOrd="4" destOrd="0" parTransId="{9FD587FB-EF73-4F70-8A94-99009C4F9560}" sibTransId="{D2F9E48B-AAC6-497C-94EB-CB45B56262C9}"/>
    <dgm:cxn modelId="{8FAF579A-94B1-4B1A-82E9-73E7ACA1990E}" srcId="{CA1A6013-E379-4205-8B52-BF7418D9B975}" destId="{FC350B9B-5E99-4E93-8AB4-0CE182CCD5DA}" srcOrd="2" destOrd="0" parTransId="{815C28C0-8026-4EF6-B6AC-14E418D9320B}" sibTransId="{7113941E-19F5-4C3B-9853-4EBC564613F0}"/>
    <dgm:cxn modelId="{B95561A1-825C-420E-909F-51D5DA5F185B}" type="presOf" srcId="{F27EAD81-893F-4C8A-9454-C2071D4A9D67}" destId="{A0634A9E-57AD-44EE-B562-C78980496651}" srcOrd="0" destOrd="0" presId="urn:microsoft.com/office/officeart/2009/3/layout/StepUpProcess"/>
    <dgm:cxn modelId="{9A1408AF-1E28-492C-8BFF-4047342E0DDF}" type="presOf" srcId="{FC350B9B-5E99-4E93-8AB4-0CE182CCD5DA}" destId="{FA39C202-85B8-453F-BCF8-86105382E661}" srcOrd="0" destOrd="0" presId="urn:microsoft.com/office/officeart/2009/3/layout/StepUpProcess"/>
    <dgm:cxn modelId="{33E371C6-0F68-4E1F-AFB2-ECF7E23AB4EF}" type="presOf" srcId="{1D036727-706E-42DD-997B-C9A5D66695E7}" destId="{46E61FCF-C72A-465E-84D4-BAC5FA64387C}" srcOrd="0" destOrd="1" presId="urn:microsoft.com/office/officeart/2009/3/layout/StepUpProcess"/>
    <dgm:cxn modelId="{94C4B2E8-8065-418F-880E-C7CB97348479}" srcId="{17597577-B05E-4935-8AEF-5BD8C300DDD7}" destId="{1D036727-706E-42DD-997B-C9A5D66695E7}" srcOrd="0" destOrd="0" parTransId="{51EC4FD7-0D1D-4F3C-81DC-98B2EABE1719}" sibTransId="{30EEA932-BB55-4672-A39F-0DE48DAFB6ED}"/>
    <dgm:cxn modelId="{4F2FF2F8-F5D9-4A16-BA05-5DCB9EA7D1C7}" srcId="{CA1A6013-E379-4205-8B52-BF7418D9B975}" destId="{7EC95670-4C2A-450A-8656-326406AD2250}" srcOrd="0" destOrd="0" parTransId="{C7DD1FF3-7CDB-4C06-A560-D995D9EB3484}" sibTransId="{5BF6F379-3204-4D38-8081-AEDB08698421}"/>
    <dgm:cxn modelId="{16D98CA2-C103-40C8-9DE4-F11421C50F55}" type="presParOf" srcId="{C5FBACE8-F32D-4923-8E33-862245004B54}" destId="{2DF2A7ED-9051-455C-AACE-5784CA9F8584}" srcOrd="0" destOrd="0" presId="urn:microsoft.com/office/officeart/2009/3/layout/StepUpProcess"/>
    <dgm:cxn modelId="{86FD3AE1-4A43-4F26-8349-0A52DF80C3B3}" type="presParOf" srcId="{2DF2A7ED-9051-455C-AACE-5784CA9F8584}" destId="{38EF0F2D-9685-46D7-B5D4-3A9E7A4D9073}" srcOrd="0" destOrd="0" presId="urn:microsoft.com/office/officeart/2009/3/layout/StepUpProcess"/>
    <dgm:cxn modelId="{04BB48DC-C26A-4889-AD92-7EC69D9B4DBF}" type="presParOf" srcId="{2DF2A7ED-9051-455C-AACE-5784CA9F8584}" destId="{ED6DA493-1953-44B2-91C3-656AC3B6C6EA}" srcOrd="1" destOrd="0" presId="urn:microsoft.com/office/officeart/2009/3/layout/StepUpProcess"/>
    <dgm:cxn modelId="{0256C959-5A02-4DF2-9B27-43F9392CE657}" type="presParOf" srcId="{2DF2A7ED-9051-455C-AACE-5784CA9F8584}" destId="{1E96C1F2-0C19-4556-9ED8-5BD629C73342}" srcOrd="2" destOrd="0" presId="urn:microsoft.com/office/officeart/2009/3/layout/StepUpProcess"/>
    <dgm:cxn modelId="{E5C1C556-BC40-4703-BC5C-E50C15D2F336}" type="presParOf" srcId="{C5FBACE8-F32D-4923-8E33-862245004B54}" destId="{C9B493ED-9179-4D54-BB35-13E396B5C59B}" srcOrd="1" destOrd="0" presId="urn:microsoft.com/office/officeart/2009/3/layout/StepUpProcess"/>
    <dgm:cxn modelId="{982C8ABF-3042-42AE-AC7C-6FA8BC226847}" type="presParOf" srcId="{C9B493ED-9179-4D54-BB35-13E396B5C59B}" destId="{55C81620-1A26-48EB-BFF0-646C0DFBE1E1}" srcOrd="0" destOrd="0" presId="urn:microsoft.com/office/officeart/2009/3/layout/StepUpProcess"/>
    <dgm:cxn modelId="{4E74058C-0352-41B8-A1B2-B9A8AD1EFEA2}" type="presParOf" srcId="{C5FBACE8-F32D-4923-8E33-862245004B54}" destId="{AABA9180-0BAA-471C-9DD4-46AD473F0E03}" srcOrd="2" destOrd="0" presId="urn:microsoft.com/office/officeart/2009/3/layout/StepUpProcess"/>
    <dgm:cxn modelId="{65964D65-EEE0-487E-B0AB-E3EAF694B35C}" type="presParOf" srcId="{AABA9180-0BAA-471C-9DD4-46AD473F0E03}" destId="{10CAD734-EFE7-412A-B437-CD8D96D5387A}" srcOrd="0" destOrd="0" presId="urn:microsoft.com/office/officeart/2009/3/layout/StepUpProcess"/>
    <dgm:cxn modelId="{8C022B8B-3DF1-4598-B969-48F709820109}" type="presParOf" srcId="{AABA9180-0BAA-471C-9DD4-46AD473F0E03}" destId="{B2E57CA8-B5F8-4826-99DA-261D2E509A3F}" srcOrd="1" destOrd="0" presId="urn:microsoft.com/office/officeart/2009/3/layout/StepUpProcess"/>
    <dgm:cxn modelId="{738359F7-0B8E-4AC8-A7BD-E194FCD24CFB}" type="presParOf" srcId="{AABA9180-0BAA-471C-9DD4-46AD473F0E03}" destId="{CC6E747C-4329-4DE8-A112-7796E6B26081}" srcOrd="2" destOrd="0" presId="urn:microsoft.com/office/officeart/2009/3/layout/StepUpProcess"/>
    <dgm:cxn modelId="{84732CB0-DB53-48A2-8BB2-FAF087E93C05}" type="presParOf" srcId="{C5FBACE8-F32D-4923-8E33-862245004B54}" destId="{5A6DE9E3-0456-4CCA-AC16-655E40FBE918}" srcOrd="3" destOrd="0" presId="urn:microsoft.com/office/officeart/2009/3/layout/StepUpProcess"/>
    <dgm:cxn modelId="{662ABCF5-01FA-42CC-BAE0-28C47A44BE92}" type="presParOf" srcId="{5A6DE9E3-0456-4CCA-AC16-655E40FBE918}" destId="{62E84599-A93F-485D-92FF-19EDBB59F527}" srcOrd="0" destOrd="0" presId="urn:microsoft.com/office/officeart/2009/3/layout/StepUpProcess"/>
    <dgm:cxn modelId="{4BC1F92D-C8A4-4F41-A0AE-6FB7575E24BC}" type="presParOf" srcId="{C5FBACE8-F32D-4923-8E33-862245004B54}" destId="{7C4F2290-9E38-4AAD-8452-B91F4DA857AB}" srcOrd="4" destOrd="0" presId="urn:microsoft.com/office/officeart/2009/3/layout/StepUpProcess"/>
    <dgm:cxn modelId="{3890ADCC-D641-49FE-93C1-C81F992BEB54}" type="presParOf" srcId="{7C4F2290-9E38-4AAD-8452-B91F4DA857AB}" destId="{43D94316-C1C5-4512-9D7F-DE64EC89F2FF}" srcOrd="0" destOrd="0" presId="urn:microsoft.com/office/officeart/2009/3/layout/StepUpProcess"/>
    <dgm:cxn modelId="{FFC8DDDA-FC6D-462B-B60A-68F7A4B17B0E}" type="presParOf" srcId="{7C4F2290-9E38-4AAD-8452-B91F4DA857AB}" destId="{FA39C202-85B8-453F-BCF8-86105382E661}" srcOrd="1" destOrd="0" presId="urn:microsoft.com/office/officeart/2009/3/layout/StepUpProcess"/>
    <dgm:cxn modelId="{DDE3182A-79ED-4939-A903-D7D069EF7B50}" type="presParOf" srcId="{7C4F2290-9E38-4AAD-8452-B91F4DA857AB}" destId="{C7747AFB-FB4A-4D25-B17D-13F6A397184C}" srcOrd="2" destOrd="0" presId="urn:microsoft.com/office/officeart/2009/3/layout/StepUpProcess"/>
    <dgm:cxn modelId="{74DCDD9A-CD9D-499C-A1CE-0D221D53B9C2}" type="presParOf" srcId="{C5FBACE8-F32D-4923-8E33-862245004B54}" destId="{A2CDB663-1F0B-4792-B10D-B40BBBE0DE95}" srcOrd="5" destOrd="0" presId="urn:microsoft.com/office/officeart/2009/3/layout/StepUpProcess"/>
    <dgm:cxn modelId="{EC1235B1-2F7D-412B-8B59-F24BC8E9C825}" type="presParOf" srcId="{A2CDB663-1F0B-4792-B10D-B40BBBE0DE95}" destId="{3B37139D-75F2-4FA1-9709-1B00DE1A4908}" srcOrd="0" destOrd="0" presId="urn:microsoft.com/office/officeart/2009/3/layout/StepUpProcess"/>
    <dgm:cxn modelId="{90BF600D-1059-4F8B-814F-F91849C2DB29}" type="presParOf" srcId="{C5FBACE8-F32D-4923-8E33-862245004B54}" destId="{0ADA53B0-3781-4C4C-B4E6-1E0779268259}" srcOrd="6" destOrd="0" presId="urn:microsoft.com/office/officeart/2009/3/layout/StepUpProcess"/>
    <dgm:cxn modelId="{79EC7662-E9B1-4CE2-8060-BF3C15715031}" type="presParOf" srcId="{0ADA53B0-3781-4C4C-B4E6-1E0779268259}" destId="{31514AAE-C871-46DA-998A-C6043B48CC5C}" srcOrd="0" destOrd="0" presId="urn:microsoft.com/office/officeart/2009/3/layout/StepUpProcess"/>
    <dgm:cxn modelId="{1DD394D9-A256-4956-BD73-7482C326D5F3}" type="presParOf" srcId="{0ADA53B0-3781-4C4C-B4E6-1E0779268259}" destId="{46E61FCF-C72A-465E-84D4-BAC5FA64387C}" srcOrd="1" destOrd="0" presId="urn:microsoft.com/office/officeart/2009/3/layout/StepUpProcess"/>
    <dgm:cxn modelId="{59374297-21DD-47F9-BEFF-0FAA74B32533}" type="presParOf" srcId="{0ADA53B0-3781-4C4C-B4E6-1E0779268259}" destId="{FC662DEE-5164-4027-8403-580EF75E8B6B}" srcOrd="2" destOrd="0" presId="urn:microsoft.com/office/officeart/2009/3/layout/StepUpProcess"/>
    <dgm:cxn modelId="{DDB7109B-0128-43D3-92DF-A057AB7D383C}" type="presParOf" srcId="{C5FBACE8-F32D-4923-8E33-862245004B54}" destId="{128BD63F-221B-4EBB-9031-550E99C18A84}" srcOrd="7" destOrd="0" presId="urn:microsoft.com/office/officeart/2009/3/layout/StepUpProcess"/>
    <dgm:cxn modelId="{BED429A0-8DB4-4807-BFD9-8BA3868BF1B8}" type="presParOf" srcId="{128BD63F-221B-4EBB-9031-550E99C18A84}" destId="{C20A0F27-8CB6-4483-BC6A-57773DF85A0A}" srcOrd="0" destOrd="0" presId="urn:microsoft.com/office/officeart/2009/3/layout/StepUpProcess"/>
    <dgm:cxn modelId="{29C733F4-16AF-43A3-BEF8-7947B7638C8C}" type="presParOf" srcId="{C5FBACE8-F32D-4923-8E33-862245004B54}" destId="{A3234D1F-157A-47DA-A176-AD7681FBD8AD}" srcOrd="8" destOrd="0" presId="urn:microsoft.com/office/officeart/2009/3/layout/StepUpProcess"/>
    <dgm:cxn modelId="{39966DE9-92B8-4468-B09F-70BFF770ECC5}" type="presParOf" srcId="{A3234D1F-157A-47DA-A176-AD7681FBD8AD}" destId="{988F3964-4B00-4036-AE9E-F9B860540E66}" srcOrd="0" destOrd="0" presId="urn:microsoft.com/office/officeart/2009/3/layout/StepUpProcess"/>
    <dgm:cxn modelId="{19A2676F-254D-4D87-9535-3A83CA1DB128}" type="presParOf" srcId="{A3234D1F-157A-47DA-A176-AD7681FBD8AD}" destId="{3EF30545-327F-4C74-96F6-687B2A2E5A8C}" srcOrd="1" destOrd="0" presId="urn:microsoft.com/office/officeart/2009/3/layout/StepUpProcess"/>
    <dgm:cxn modelId="{27DD0A0C-84A2-4A4C-A8E7-2B5E73751C6C}" type="presParOf" srcId="{A3234D1F-157A-47DA-A176-AD7681FBD8AD}" destId="{6794512D-4796-4C65-8A6C-86059E215CE1}" srcOrd="2" destOrd="0" presId="urn:microsoft.com/office/officeart/2009/3/layout/StepUpProcess"/>
    <dgm:cxn modelId="{FE9FFF65-6699-41E7-89F3-1436CFB94AD0}" type="presParOf" srcId="{C5FBACE8-F32D-4923-8E33-862245004B54}" destId="{6384A09B-0A3E-4044-A235-EB589731037C}" srcOrd="9" destOrd="0" presId="urn:microsoft.com/office/officeart/2009/3/layout/StepUpProcess"/>
    <dgm:cxn modelId="{3D4CA69C-6F1F-455B-8DC0-3298AAF798F4}" type="presParOf" srcId="{6384A09B-0A3E-4044-A235-EB589731037C}" destId="{280315E1-7000-47F7-9506-E10644C2C689}" srcOrd="0" destOrd="0" presId="urn:microsoft.com/office/officeart/2009/3/layout/StepUpProcess"/>
    <dgm:cxn modelId="{D6E76422-9EC3-4D0B-8F92-8B71B0F2C1AF}" type="presParOf" srcId="{C5FBACE8-F32D-4923-8E33-862245004B54}" destId="{BD36C5AF-D2FF-4454-B7CB-40726F66E5EF}" srcOrd="10" destOrd="0" presId="urn:microsoft.com/office/officeart/2009/3/layout/StepUpProcess"/>
    <dgm:cxn modelId="{1EF71A92-C88A-4D18-8208-97815F071855}" type="presParOf" srcId="{BD36C5AF-D2FF-4454-B7CB-40726F66E5EF}" destId="{11E34809-34EF-409F-8A0B-E5C9D0C83CC3}" srcOrd="0" destOrd="0" presId="urn:microsoft.com/office/officeart/2009/3/layout/StepUpProcess"/>
    <dgm:cxn modelId="{3A6E9DBF-BE63-4293-ABE2-419B0B5A9F6F}" type="presParOf" srcId="{BD36C5AF-D2FF-4454-B7CB-40726F66E5EF}" destId="{A0634A9E-57AD-44EE-B562-C78980496651}" srcOrd="1" destOrd="0" presId="urn:microsoft.com/office/officeart/2009/3/layout/StepUpProcess"/>
  </dgm:cxnLst>
  <dgm:bg>
    <a:solidFill>
      <a:schemeClr val="bg1">
        <a:lumMod val="95000"/>
      </a:schemeClr>
    </a:solidFill>
    <a:effectLst/>
  </dgm:bg>
  <dgm:whole>
    <a:ln w="12700"/>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A1A6013-E379-4205-8B52-BF7418D9B975}" type="doc">
      <dgm:prSet loTypeId="urn:microsoft.com/office/officeart/2009/3/layout/StepUpProcess" loCatId="process" qsTypeId="urn:microsoft.com/office/officeart/2005/8/quickstyle/simple5" qsCatId="simple" csTypeId="urn:microsoft.com/office/officeart/2005/8/colors/accent6_4" csCatId="accent6" phldr="1"/>
      <dgm:spPr/>
      <dgm:t>
        <a:bodyPr/>
        <a:lstStyle/>
        <a:p>
          <a:endParaRPr lang="en-ZA"/>
        </a:p>
      </dgm:t>
    </dgm:pt>
    <dgm:pt modelId="{DCBE10B5-7569-43F7-A3F1-5ADF32B728FB}">
      <dgm:prSet phldrT="[Text]"/>
      <dgm:spPr/>
      <dgm:t>
        <a:bodyPr/>
        <a:lstStyle/>
        <a:p>
          <a:pPr algn="ctr"/>
          <a:r>
            <a:rPr lang="en-ZA" dirty="0"/>
            <a:t>Handled missing values </a:t>
          </a:r>
        </a:p>
      </dgm:t>
    </dgm:pt>
    <dgm:pt modelId="{B178E0EA-262D-4606-A449-004A92532DD0}" type="parTrans" cxnId="{FE916E47-6EFD-4905-9381-E6AAE3127CF0}">
      <dgm:prSet/>
      <dgm:spPr/>
      <dgm:t>
        <a:bodyPr/>
        <a:lstStyle/>
        <a:p>
          <a:endParaRPr lang="en-ZA"/>
        </a:p>
      </dgm:t>
    </dgm:pt>
    <dgm:pt modelId="{9FF8BCC6-BA87-41CE-95F2-E3F03C4AF8C7}" type="sibTrans" cxnId="{FE916E47-6EFD-4905-9381-E6AAE3127CF0}">
      <dgm:prSet/>
      <dgm:spPr/>
      <dgm:t>
        <a:bodyPr/>
        <a:lstStyle/>
        <a:p>
          <a:endParaRPr lang="en-ZA"/>
        </a:p>
      </dgm:t>
    </dgm:pt>
    <dgm:pt modelId="{FC350B9B-5E99-4E93-8AB4-0CE182CCD5DA}">
      <dgm:prSet phldrT="[Text]"/>
      <dgm:spPr/>
      <dgm:t>
        <a:bodyPr/>
        <a:lstStyle/>
        <a:p>
          <a:pPr algn="ctr"/>
          <a:r>
            <a:rPr lang="en-ZA" b="1" dirty="0"/>
            <a:t>Filtering Data</a:t>
          </a:r>
          <a:r>
            <a:rPr lang="en-ZA" dirty="0"/>
            <a:t>: Selected specific data based on conditions..</a:t>
          </a:r>
        </a:p>
      </dgm:t>
    </dgm:pt>
    <dgm:pt modelId="{815C28C0-8026-4EF6-B6AC-14E418D9320B}" type="parTrans" cxnId="{8FAF579A-94B1-4B1A-82E9-73E7ACA1990E}">
      <dgm:prSet/>
      <dgm:spPr/>
      <dgm:t>
        <a:bodyPr/>
        <a:lstStyle/>
        <a:p>
          <a:endParaRPr lang="en-ZA"/>
        </a:p>
      </dgm:t>
    </dgm:pt>
    <dgm:pt modelId="{7113941E-19F5-4C3B-9853-4EBC564613F0}" type="sibTrans" cxnId="{8FAF579A-94B1-4B1A-82E9-73E7ACA1990E}">
      <dgm:prSet/>
      <dgm:spPr/>
      <dgm:t>
        <a:bodyPr/>
        <a:lstStyle/>
        <a:p>
          <a:endParaRPr lang="en-ZA"/>
        </a:p>
      </dgm:t>
    </dgm:pt>
    <dgm:pt modelId="{17597577-B05E-4935-8AEF-5BD8C300DDD7}">
      <dgm:prSet phldrT="[Text]"/>
      <dgm:spPr/>
      <dgm:t>
        <a:bodyPr/>
        <a:lstStyle/>
        <a:p>
          <a:pPr algn="ctr"/>
          <a:r>
            <a:rPr lang="en-ZA" b="1" dirty="0"/>
            <a:t>Column Names</a:t>
          </a:r>
          <a:r>
            <a:rPr lang="en-ZA" dirty="0"/>
            <a:t>: Checked and displayed column names.</a:t>
          </a:r>
        </a:p>
      </dgm:t>
    </dgm:pt>
    <dgm:pt modelId="{7FE20DCA-E041-409A-A3C1-0FCA110D14CC}" type="parTrans" cxnId="{511FC12D-CA38-4F00-A160-8ACAC19D5693}">
      <dgm:prSet/>
      <dgm:spPr/>
      <dgm:t>
        <a:bodyPr/>
        <a:lstStyle/>
        <a:p>
          <a:endParaRPr lang="en-ZA"/>
        </a:p>
      </dgm:t>
    </dgm:pt>
    <dgm:pt modelId="{BCB92990-356D-415F-A5AF-E5F62ADA33AF}" type="sibTrans" cxnId="{511FC12D-CA38-4F00-A160-8ACAC19D5693}">
      <dgm:prSet/>
      <dgm:spPr/>
      <dgm:t>
        <a:bodyPr/>
        <a:lstStyle/>
        <a:p>
          <a:endParaRPr lang="en-ZA"/>
        </a:p>
      </dgm:t>
    </dgm:pt>
    <dgm:pt modelId="{1D036727-706E-42DD-997B-C9A5D66695E7}">
      <dgm:prSet phldrT="[Text]"/>
      <dgm:spPr/>
      <dgm:t>
        <a:bodyPr/>
        <a:lstStyle/>
        <a:p>
          <a:pPr algn="l"/>
          <a:endParaRPr lang="en-ZA" dirty="0"/>
        </a:p>
      </dgm:t>
    </dgm:pt>
    <dgm:pt modelId="{51EC4FD7-0D1D-4F3C-81DC-98B2EABE1719}" type="parTrans" cxnId="{94C4B2E8-8065-418F-880E-C7CB97348479}">
      <dgm:prSet/>
      <dgm:spPr/>
      <dgm:t>
        <a:bodyPr/>
        <a:lstStyle/>
        <a:p>
          <a:endParaRPr lang="en-ZA"/>
        </a:p>
      </dgm:t>
    </dgm:pt>
    <dgm:pt modelId="{30EEA932-BB55-4672-A39F-0DE48DAFB6ED}" type="sibTrans" cxnId="{94C4B2E8-8065-418F-880E-C7CB97348479}">
      <dgm:prSet/>
      <dgm:spPr/>
      <dgm:t>
        <a:bodyPr/>
        <a:lstStyle/>
        <a:p>
          <a:endParaRPr lang="en-ZA"/>
        </a:p>
      </dgm:t>
    </dgm:pt>
    <dgm:pt modelId="{29B70A2C-4CBA-4942-9463-378D57BA021A}">
      <dgm:prSet phldrT="[Text]"/>
      <dgm:spPr/>
      <dgm:t>
        <a:bodyPr/>
        <a:lstStyle/>
        <a:p>
          <a:pPr algn="ctr"/>
          <a:r>
            <a:rPr lang="en-ZA" b="1" dirty="0"/>
            <a:t>Initial Data Display</a:t>
          </a:r>
          <a:r>
            <a:rPr lang="en-ZA" dirty="0"/>
            <a:t>: Showed the first few rows for a quick overview.</a:t>
          </a:r>
        </a:p>
      </dgm:t>
    </dgm:pt>
    <dgm:pt modelId="{9FD587FB-EF73-4F70-8A94-99009C4F9560}" type="parTrans" cxnId="{0B8C4584-9E2A-4921-8BF8-2237C40C548A}">
      <dgm:prSet/>
      <dgm:spPr/>
      <dgm:t>
        <a:bodyPr/>
        <a:lstStyle/>
        <a:p>
          <a:endParaRPr lang="en-ZA"/>
        </a:p>
      </dgm:t>
    </dgm:pt>
    <dgm:pt modelId="{D2F9E48B-AAC6-497C-94EB-CB45B56262C9}" type="sibTrans" cxnId="{0B8C4584-9E2A-4921-8BF8-2237C40C548A}">
      <dgm:prSet/>
      <dgm:spPr/>
      <dgm:t>
        <a:bodyPr/>
        <a:lstStyle/>
        <a:p>
          <a:endParaRPr lang="en-ZA"/>
        </a:p>
      </dgm:t>
    </dgm:pt>
    <dgm:pt modelId="{F27EAD81-893F-4C8A-9454-C2071D4A9D67}">
      <dgm:prSet phldrT="[Text]"/>
      <dgm:spPr/>
      <dgm:t>
        <a:bodyPr/>
        <a:lstStyle/>
        <a:p>
          <a:pPr algn="ctr"/>
          <a:r>
            <a:rPr lang="en-ZA" b="1" dirty="0"/>
            <a:t>Loading the Dataset</a:t>
          </a:r>
          <a:r>
            <a:rPr lang="en-ZA" dirty="0"/>
            <a:t>: Imported the data into a dataframe</a:t>
          </a:r>
        </a:p>
      </dgm:t>
    </dgm:pt>
    <dgm:pt modelId="{69890897-B72F-4FCE-9165-CD467B70CD1D}" type="parTrans" cxnId="{E3B76446-D623-4F84-B6E7-5F1B30DD5041}">
      <dgm:prSet/>
      <dgm:spPr/>
      <dgm:t>
        <a:bodyPr/>
        <a:lstStyle/>
        <a:p>
          <a:endParaRPr lang="en-ZA"/>
        </a:p>
      </dgm:t>
    </dgm:pt>
    <dgm:pt modelId="{2A65682C-63CD-41C2-8242-0D45DB7BE8A6}" type="sibTrans" cxnId="{E3B76446-D623-4F84-B6E7-5F1B30DD5041}">
      <dgm:prSet/>
      <dgm:spPr/>
      <dgm:t>
        <a:bodyPr/>
        <a:lstStyle/>
        <a:p>
          <a:endParaRPr lang="en-ZA"/>
        </a:p>
      </dgm:t>
    </dgm:pt>
    <dgm:pt modelId="{9398F75D-C17F-4B88-B1EA-E091049F506A}">
      <dgm:prSet phldrT="[Text]"/>
      <dgm:spPr/>
      <dgm:t>
        <a:bodyPr/>
        <a:lstStyle/>
        <a:p>
          <a:pPr algn="ctr">
            <a:buNone/>
          </a:pPr>
          <a:r>
            <a:rPr lang="en-ZA" dirty="0"/>
            <a:t>Removed duplicate entries </a:t>
          </a:r>
        </a:p>
      </dgm:t>
    </dgm:pt>
    <dgm:pt modelId="{0BBF2B49-D7F8-4106-9F2D-965FE392613F}" type="parTrans" cxnId="{B917156D-4020-4316-9C74-8B955A8C094B}">
      <dgm:prSet/>
      <dgm:spPr/>
      <dgm:t>
        <a:bodyPr/>
        <a:lstStyle/>
        <a:p>
          <a:endParaRPr lang="en-ZA"/>
        </a:p>
      </dgm:t>
    </dgm:pt>
    <dgm:pt modelId="{B6A53BCD-431B-4B2E-ACE9-D733D4FFFF2F}" type="sibTrans" cxnId="{B917156D-4020-4316-9C74-8B955A8C094B}">
      <dgm:prSet/>
      <dgm:spPr/>
      <dgm:t>
        <a:bodyPr/>
        <a:lstStyle/>
        <a:p>
          <a:endParaRPr lang="en-ZA"/>
        </a:p>
      </dgm:t>
    </dgm:pt>
    <dgm:pt modelId="{2C449451-5F97-4399-89FF-6490675F771E}">
      <dgm:prSet phldrT="[Text]"/>
      <dgm:spPr/>
      <dgm:t>
        <a:bodyPr/>
        <a:lstStyle/>
        <a:p>
          <a:pPr algn="ctr">
            <a:buNone/>
          </a:pPr>
          <a:r>
            <a:rPr lang="en-ZA" b="1" dirty="0"/>
            <a:t>Filling Missing Values</a:t>
          </a:r>
          <a:r>
            <a:rPr lang="en-ZA" dirty="0"/>
            <a:t>: Replaced </a:t>
          </a:r>
          <a:r>
            <a:rPr lang="en-ZA" dirty="0" err="1"/>
            <a:t>NaNs</a:t>
          </a:r>
          <a:r>
            <a:rPr lang="en-ZA" dirty="0"/>
            <a:t> with column means.</a:t>
          </a:r>
        </a:p>
      </dgm:t>
    </dgm:pt>
    <dgm:pt modelId="{2C89B8D2-5E9F-4A10-A1D7-129F103408E2}" type="parTrans" cxnId="{63ECDECA-11F7-4BA3-89E3-1B9D9C00DE7F}">
      <dgm:prSet/>
      <dgm:spPr/>
      <dgm:t>
        <a:bodyPr/>
        <a:lstStyle/>
        <a:p>
          <a:endParaRPr lang="en-ZA"/>
        </a:p>
      </dgm:t>
    </dgm:pt>
    <dgm:pt modelId="{EFE5A1F3-2289-4102-B08B-29281BED6C24}" type="sibTrans" cxnId="{63ECDECA-11F7-4BA3-89E3-1B9D9C00DE7F}">
      <dgm:prSet/>
      <dgm:spPr/>
      <dgm:t>
        <a:bodyPr/>
        <a:lstStyle/>
        <a:p>
          <a:endParaRPr lang="en-ZA"/>
        </a:p>
      </dgm:t>
    </dgm:pt>
    <dgm:pt modelId="{FEE2291C-141A-4333-8A8A-5A51968E066C}">
      <dgm:prSet phldrT="[Text]"/>
      <dgm:spPr/>
      <dgm:t>
        <a:bodyPr/>
        <a:lstStyle/>
        <a:p>
          <a:pPr algn="ctr">
            <a:buNone/>
          </a:pPr>
          <a:r>
            <a:rPr lang="en-ZA" dirty="0"/>
            <a:t>Ensured consistent data types</a:t>
          </a:r>
        </a:p>
      </dgm:t>
    </dgm:pt>
    <dgm:pt modelId="{FACD8B50-A595-4A5D-BB9D-90B80BF68370}" type="parTrans" cxnId="{0C817B72-CF5D-407B-A5E1-1D7554A3106C}">
      <dgm:prSet/>
      <dgm:spPr/>
      <dgm:t>
        <a:bodyPr/>
        <a:lstStyle/>
        <a:p>
          <a:endParaRPr lang="en-ZA"/>
        </a:p>
      </dgm:t>
    </dgm:pt>
    <dgm:pt modelId="{8E2B0C44-BAD0-42CA-BDC2-162E0A7090C3}" type="sibTrans" cxnId="{0C817B72-CF5D-407B-A5E1-1D7554A3106C}">
      <dgm:prSet/>
      <dgm:spPr/>
      <dgm:t>
        <a:bodyPr/>
        <a:lstStyle/>
        <a:p>
          <a:endParaRPr lang="en-ZA"/>
        </a:p>
      </dgm:t>
    </dgm:pt>
    <dgm:pt modelId="{C5FBACE8-F32D-4923-8E33-862245004B54}" type="pres">
      <dgm:prSet presAssocID="{CA1A6013-E379-4205-8B52-BF7418D9B975}" presName="rootnode" presStyleCnt="0">
        <dgm:presLayoutVars>
          <dgm:chMax/>
          <dgm:chPref/>
          <dgm:dir/>
          <dgm:animLvl val="lvl"/>
        </dgm:presLayoutVars>
      </dgm:prSet>
      <dgm:spPr/>
    </dgm:pt>
    <dgm:pt modelId="{859B5AD2-535C-46B8-ABEA-ED153A6A1D62}" type="pres">
      <dgm:prSet presAssocID="{FEE2291C-141A-4333-8A8A-5A51968E066C}" presName="composite" presStyleCnt="0"/>
      <dgm:spPr/>
    </dgm:pt>
    <dgm:pt modelId="{BA396F47-2606-4E72-B847-00F7185C9E00}" type="pres">
      <dgm:prSet presAssocID="{FEE2291C-141A-4333-8A8A-5A51968E066C}" presName="LShape" presStyleLbl="alignNode1" presStyleIdx="0" presStyleCnt="15"/>
      <dgm:spPr/>
    </dgm:pt>
    <dgm:pt modelId="{550CF431-2E7A-42A1-9230-8B497DBE743B}" type="pres">
      <dgm:prSet presAssocID="{FEE2291C-141A-4333-8A8A-5A51968E066C}" presName="ParentText" presStyleLbl="revTx" presStyleIdx="0" presStyleCnt="8">
        <dgm:presLayoutVars>
          <dgm:chMax val="0"/>
          <dgm:chPref val="0"/>
          <dgm:bulletEnabled val="1"/>
        </dgm:presLayoutVars>
      </dgm:prSet>
      <dgm:spPr/>
    </dgm:pt>
    <dgm:pt modelId="{8D408059-CB8D-4751-B7CC-F07CC661EDC7}" type="pres">
      <dgm:prSet presAssocID="{FEE2291C-141A-4333-8A8A-5A51968E066C}" presName="Triangle" presStyleLbl="alignNode1" presStyleIdx="1" presStyleCnt="15"/>
      <dgm:spPr/>
    </dgm:pt>
    <dgm:pt modelId="{1B679030-E544-46CD-A679-2A7C3A4DE3AD}" type="pres">
      <dgm:prSet presAssocID="{8E2B0C44-BAD0-42CA-BDC2-162E0A7090C3}" presName="sibTrans" presStyleCnt="0"/>
      <dgm:spPr/>
    </dgm:pt>
    <dgm:pt modelId="{34D36CC4-DA9F-4C59-868D-CACDB2E98D89}" type="pres">
      <dgm:prSet presAssocID="{8E2B0C44-BAD0-42CA-BDC2-162E0A7090C3}" presName="space" presStyleCnt="0"/>
      <dgm:spPr/>
    </dgm:pt>
    <dgm:pt modelId="{33F03892-EBA9-442E-B169-5EE5C10E3D80}" type="pres">
      <dgm:prSet presAssocID="{2C449451-5F97-4399-89FF-6490675F771E}" presName="composite" presStyleCnt="0"/>
      <dgm:spPr/>
    </dgm:pt>
    <dgm:pt modelId="{5AEF72F9-6324-4B20-93B3-6E3EC5BE95A1}" type="pres">
      <dgm:prSet presAssocID="{2C449451-5F97-4399-89FF-6490675F771E}" presName="LShape" presStyleLbl="alignNode1" presStyleIdx="2" presStyleCnt="15"/>
      <dgm:spPr/>
    </dgm:pt>
    <dgm:pt modelId="{59204C74-F9B4-40B1-A870-9CF11C18AC5B}" type="pres">
      <dgm:prSet presAssocID="{2C449451-5F97-4399-89FF-6490675F771E}" presName="ParentText" presStyleLbl="revTx" presStyleIdx="1" presStyleCnt="8">
        <dgm:presLayoutVars>
          <dgm:chMax val="0"/>
          <dgm:chPref val="0"/>
          <dgm:bulletEnabled val="1"/>
        </dgm:presLayoutVars>
      </dgm:prSet>
      <dgm:spPr/>
    </dgm:pt>
    <dgm:pt modelId="{7DCC2738-3AE1-49B5-B8A6-5E27D7CA93BC}" type="pres">
      <dgm:prSet presAssocID="{2C449451-5F97-4399-89FF-6490675F771E}" presName="Triangle" presStyleLbl="alignNode1" presStyleIdx="3" presStyleCnt="15"/>
      <dgm:spPr/>
    </dgm:pt>
    <dgm:pt modelId="{74D64F8F-233E-4279-9485-E9B8BBE21D3E}" type="pres">
      <dgm:prSet presAssocID="{EFE5A1F3-2289-4102-B08B-29281BED6C24}" presName="sibTrans" presStyleCnt="0"/>
      <dgm:spPr/>
    </dgm:pt>
    <dgm:pt modelId="{27AEDB53-CF66-4F38-A595-9242E0660486}" type="pres">
      <dgm:prSet presAssocID="{EFE5A1F3-2289-4102-B08B-29281BED6C24}" presName="space" presStyleCnt="0"/>
      <dgm:spPr/>
    </dgm:pt>
    <dgm:pt modelId="{8E68DB1C-82AD-4C60-8CAF-C4B7E6C7D022}" type="pres">
      <dgm:prSet presAssocID="{9398F75D-C17F-4B88-B1EA-E091049F506A}" presName="composite" presStyleCnt="0"/>
      <dgm:spPr/>
    </dgm:pt>
    <dgm:pt modelId="{7E8D5348-283B-4D92-AAE3-2269B07936F4}" type="pres">
      <dgm:prSet presAssocID="{9398F75D-C17F-4B88-B1EA-E091049F506A}" presName="LShape" presStyleLbl="alignNode1" presStyleIdx="4" presStyleCnt="15"/>
      <dgm:spPr/>
    </dgm:pt>
    <dgm:pt modelId="{6C944546-F54B-4063-A59B-931AD5267B58}" type="pres">
      <dgm:prSet presAssocID="{9398F75D-C17F-4B88-B1EA-E091049F506A}" presName="ParentText" presStyleLbl="revTx" presStyleIdx="2" presStyleCnt="8">
        <dgm:presLayoutVars>
          <dgm:chMax val="0"/>
          <dgm:chPref val="0"/>
          <dgm:bulletEnabled val="1"/>
        </dgm:presLayoutVars>
      </dgm:prSet>
      <dgm:spPr/>
    </dgm:pt>
    <dgm:pt modelId="{7E643548-5DCD-42D1-B5E8-3E3BD0BB6479}" type="pres">
      <dgm:prSet presAssocID="{9398F75D-C17F-4B88-B1EA-E091049F506A}" presName="Triangle" presStyleLbl="alignNode1" presStyleIdx="5" presStyleCnt="15"/>
      <dgm:spPr/>
    </dgm:pt>
    <dgm:pt modelId="{14600AE2-6732-4EDD-B60C-CE2DA9CA02EF}" type="pres">
      <dgm:prSet presAssocID="{B6A53BCD-431B-4B2E-ACE9-D733D4FFFF2F}" presName="sibTrans" presStyleCnt="0"/>
      <dgm:spPr/>
    </dgm:pt>
    <dgm:pt modelId="{C7F01D20-905F-4498-BBB7-76D927B7FC34}" type="pres">
      <dgm:prSet presAssocID="{B6A53BCD-431B-4B2E-ACE9-D733D4FFFF2F}" presName="space" presStyleCnt="0"/>
      <dgm:spPr/>
    </dgm:pt>
    <dgm:pt modelId="{AABA9180-0BAA-471C-9DD4-46AD473F0E03}" type="pres">
      <dgm:prSet presAssocID="{DCBE10B5-7569-43F7-A3F1-5ADF32B728FB}" presName="composite" presStyleCnt="0"/>
      <dgm:spPr/>
    </dgm:pt>
    <dgm:pt modelId="{10CAD734-EFE7-412A-B437-CD8D96D5387A}" type="pres">
      <dgm:prSet presAssocID="{DCBE10B5-7569-43F7-A3F1-5ADF32B728FB}" presName="LShape" presStyleLbl="alignNode1" presStyleIdx="6" presStyleCnt="15"/>
      <dgm:spPr>
        <a:solidFill>
          <a:srgbClr val="006341"/>
        </a:solidFill>
      </dgm:spPr>
    </dgm:pt>
    <dgm:pt modelId="{B2E57CA8-B5F8-4826-99DA-261D2E509A3F}" type="pres">
      <dgm:prSet presAssocID="{DCBE10B5-7569-43F7-A3F1-5ADF32B728FB}" presName="ParentText" presStyleLbl="revTx" presStyleIdx="3" presStyleCnt="8">
        <dgm:presLayoutVars>
          <dgm:chMax val="0"/>
          <dgm:chPref val="0"/>
          <dgm:bulletEnabled val="1"/>
        </dgm:presLayoutVars>
      </dgm:prSet>
      <dgm:spPr/>
    </dgm:pt>
    <dgm:pt modelId="{CC6E747C-4329-4DE8-A112-7796E6B26081}" type="pres">
      <dgm:prSet presAssocID="{DCBE10B5-7569-43F7-A3F1-5ADF32B728FB}" presName="Triangle" presStyleLbl="alignNode1" presStyleIdx="7" presStyleCnt="15"/>
      <dgm:spPr>
        <a:solidFill>
          <a:srgbClr val="006341"/>
        </a:solidFill>
      </dgm:spPr>
    </dgm:pt>
    <dgm:pt modelId="{5A6DE9E3-0456-4CCA-AC16-655E40FBE918}" type="pres">
      <dgm:prSet presAssocID="{9FF8BCC6-BA87-41CE-95F2-E3F03C4AF8C7}" presName="sibTrans" presStyleCnt="0"/>
      <dgm:spPr/>
    </dgm:pt>
    <dgm:pt modelId="{62E84599-A93F-485D-92FF-19EDBB59F527}" type="pres">
      <dgm:prSet presAssocID="{9FF8BCC6-BA87-41CE-95F2-E3F03C4AF8C7}" presName="space" presStyleCnt="0"/>
      <dgm:spPr/>
    </dgm:pt>
    <dgm:pt modelId="{7C4F2290-9E38-4AAD-8452-B91F4DA857AB}" type="pres">
      <dgm:prSet presAssocID="{FC350B9B-5E99-4E93-8AB4-0CE182CCD5DA}" presName="composite" presStyleCnt="0"/>
      <dgm:spPr/>
    </dgm:pt>
    <dgm:pt modelId="{43D94316-C1C5-4512-9D7F-DE64EC89F2FF}" type="pres">
      <dgm:prSet presAssocID="{FC350B9B-5E99-4E93-8AB4-0CE182CCD5DA}" presName="LShape" presStyleLbl="alignNode1" presStyleIdx="8" presStyleCnt="15"/>
      <dgm:spPr>
        <a:solidFill>
          <a:srgbClr val="006341"/>
        </a:solidFill>
      </dgm:spPr>
    </dgm:pt>
    <dgm:pt modelId="{FA39C202-85B8-453F-BCF8-86105382E661}" type="pres">
      <dgm:prSet presAssocID="{FC350B9B-5E99-4E93-8AB4-0CE182CCD5DA}" presName="ParentText" presStyleLbl="revTx" presStyleIdx="4" presStyleCnt="8">
        <dgm:presLayoutVars>
          <dgm:chMax val="0"/>
          <dgm:chPref val="0"/>
          <dgm:bulletEnabled val="1"/>
        </dgm:presLayoutVars>
      </dgm:prSet>
      <dgm:spPr/>
    </dgm:pt>
    <dgm:pt modelId="{C7747AFB-FB4A-4D25-B17D-13F6A397184C}" type="pres">
      <dgm:prSet presAssocID="{FC350B9B-5E99-4E93-8AB4-0CE182CCD5DA}" presName="Triangle" presStyleLbl="alignNode1" presStyleIdx="9" presStyleCnt="15"/>
      <dgm:spPr>
        <a:solidFill>
          <a:srgbClr val="006341"/>
        </a:solidFill>
      </dgm:spPr>
    </dgm:pt>
    <dgm:pt modelId="{A2CDB663-1F0B-4792-B10D-B40BBBE0DE95}" type="pres">
      <dgm:prSet presAssocID="{7113941E-19F5-4C3B-9853-4EBC564613F0}" presName="sibTrans" presStyleCnt="0"/>
      <dgm:spPr/>
    </dgm:pt>
    <dgm:pt modelId="{3B37139D-75F2-4FA1-9709-1B00DE1A4908}" type="pres">
      <dgm:prSet presAssocID="{7113941E-19F5-4C3B-9853-4EBC564613F0}" presName="space" presStyleCnt="0"/>
      <dgm:spPr/>
    </dgm:pt>
    <dgm:pt modelId="{0ADA53B0-3781-4C4C-B4E6-1E0779268259}" type="pres">
      <dgm:prSet presAssocID="{17597577-B05E-4935-8AEF-5BD8C300DDD7}" presName="composite" presStyleCnt="0"/>
      <dgm:spPr/>
    </dgm:pt>
    <dgm:pt modelId="{31514AAE-C871-46DA-998A-C6043B48CC5C}" type="pres">
      <dgm:prSet presAssocID="{17597577-B05E-4935-8AEF-5BD8C300DDD7}" presName="LShape" presStyleLbl="alignNode1" presStyleIdx="10" presStyleCnt="15"/>
      <dgm:spPr>
        <a:solidFill>
          <a:srgbClr val="006341"/>
        </a:solidFill>
      </dgm:spPr>
    </dgm:pt>
    <dgm:pt modelId="{46E61FCF-C72A-465E-84D4-BAC5FA64387C}" type="pres">
      <dgm:prSet presAssocID="{17597577-B05E-4935-8AEF-5BD8C300DDD7}" presName="ParentText" presStyleLbl="revTx" presStyleIdx="5" presStyleCnt="8">
        <dgm:presLayoutVars>
          <dgm:chMax val="0"/>
          <dgm:chPref val="0"/>
          <dgm:bulletEnabled val="1"/>
        </dgm:presLayoutVars>
      </dgm:prSet>
      <dgm:spPr/>
    </dgm:pt>
    <dgm:pt modelId="{FC662DEE-5164-4027-8403-580EF75E8B6B}" type="pres">
      <dgm:prSet presAssocID="{17597577-B05E-4935-8AEF-5BD8C300DDD7}" presName="Triangle" presStyleLbl="alignNode1" presStyleIdx="11" presStyleCnt="15"/>
      <dgm:spPr>
        <a:solidFill>
          <a:srgbClr val="006341"/>
        </a:solidFill>
      </dgm:spPr>
    </dgm:pt>
    <dgm:pt modelId="{128BD63F-221B-4EBB-9031-550E99C18A84}" type="pres">
      <dgm:prSet presAssocID="{BCB92990-356D-415F-A5AF-E5F62ADA33AF}" presName="sibTrans" presStyleCnt="0"/>
      <dgm:spPr/>
    </dgm:pt>
    <dgm:pt modelId="{C20A0F27-8CB6-4483-BC6A-57773DF85A0A}" type="pres">
      <dgm:prSet presAssocID="{BCB92990-356D-415F-A5AF-E5F62ADA33AF}" presName="space" presStyleCnt="0"/>
      <dgm:spPr/>
    </dgm:pt>
    <dgm:pt modelId="{A3234D1F-157A-47DA-A176-AD7681FBD8AD}" type="pres">
      <dgm:prSet presAssocID="{29B70A2C-4CBA-4942-9463-378D57BA021A}" presName="composite" presStyleCnt="0"/>
      <dgm:spPr/>
    </dgm:pt>
    <dgm:pt modelId="{988F3964-4B00-4036-AE9E-F9B860540E66}" type="pres">
      <dgm:prSet presAssocID="{29B70A2C-4CBA-4942-9463-378D57BA021A}" presName="LShape" presStyleLbl="alignNode1" presStyleIdx="12" presStyleCnt="15"/>
      <dgm:spPr>
        <a:solidFill>
          <a:srgbClr val="006341"/>
        </a:solidFill>
      </dgm:spPr>
    </dgm:pt>
    <dgm:pt modelId="{3EF30545-327F-4C74-96F6-687B2A2E5A8C}" type="pres">
      <dgm:prSet presAssocID="{29B70A2C-4CBA-4942-9463-378D57BA021A}" presName="ParentText" presStyleLbl="revTx" presStyleIdx="6" presStyleCnt="8">
        <dgm:presLayoutVars>
          <dgm:chMax val="0"/>
          <dgm:chPref val="0"/>
          <dgm:bulletEnabled val="1"/>
        </dgm:presLayoutVars>
      </dgm:prSet>
      <dgm:spPr/>
    </dgm:pt>
    <dgm:pt modelId="{6794512D-4796-4C65-8A6C-86059E215CE1}" type="pres">
      <dgm:prSet presAssocID="{29B70A2C-4CBA-4942-9463-378D57BA021A}" presName="Triangle" presStyleLbl="alignNode1" presStyleIdx="13" presStyleCnt="15"/>
      <dgm:spPr>
        <a:solidFill>
          <a:srgbClr val="006341"/>
        </a:solidFill>
      </dgm:spPr>
    </dgm:pt>
    <dgm:pt modelId="{6384A09B-0A3E-4044-A235-EB589731037C}" type="pres">
      <dgm:prSet presAssocID="{D2F9E48B-AAC6-497C-94EB-CB45B56262C9}" presName="sibTrans" presStyleCnt="0"/>
      <dgm:spPr/>
    </dgm:pt>
    <dgm:pt modelId="{280315E1-7000-47F7-9506-E10644C2C689}" type="pres">
      <dgm:prSet presAssocID="{D2F9E48B-AAC6-497C-94EB-CB45B56262C9}" presName="space" presStyleCnt="0"/>
      <dgm:spPr/>
    </dgm:pt>
    <dgm:pt modelId="{BD36C5AF-D2FF-4454-B7CB-40726F66E5EF}" type="pres">
      <dgm:prSet presAssocID="{F27EAD81-893F-4C8A-9454-C2071D4A9D67}" presName="composite" presStyleCnt="0"/>
      <dgm:spPr/>
    </dgm:pt>
    <dgm:pt modelId="{11E34809-34EF-409F-8A0B-E5C9D0C83CC3}" type="pres">
      <dgm:prSet presAssocID="{F27EAD81-893F-4C8A-9454-C2071D4A9D67}" presName="LShape" presStyleLbl="alignNode1" presStyleIdx="14" presStyleCnt="15"/>
      <dgm:spPr>
        <a:solidFill>
          <a:srgbClr val="006341"/>
        </a:solidFill>
      </dgm:spPr>
    </dgm:pt>
    <dgm:pt modelId="{A0634A9E-57AD-44EE-B562-C78980496651}" type="pres">
      <dgm:prSet presAssocID="{F27EAD81-893F-4C8A-9454-C2071D4A9D67}" presName="ParentText" presStyleLbl="revTx" presStyleIdx="7" presStyleCnt="8">
        <dgm:presLayoutVars>
          <dgm:chMax val="0"/>
          <dgm:chPref val="0"/>
          <dgm:bulletEnabled val="1"/>
        </dgm:presLayoutVars>
      </dgm:prSet>
      <dgm:spPr/>
    </dgm:pt>
  </dgm:ptLst>
  <dgm:cxnLst>
    <dgm:cxn modelId="{1430430B-3B11-40A6-B187-407AB149C45C}" type="presOf" srcId="{29B70A2C-4CBA-4942-9463-378D57BA021A}" destId="{3EF30545-327F-4C74-96F6-687B2A2E5A8C}" srcOrd="0" destOrd="0" presId="urn:microsoft.com/office/officeart/2009/3/layout/StepUpProcess"/>
    <dgm:cxn modelId="{12DBE910-12D6-4A1F-A6BB-5F318885C733}" type="presOf" srcId="{FEE2291C-141A-4333-8A8A-5A51968E066C}" destId="{550CF431-2E7A-42A1-9230-8B497DBE743B}" srcOrd="0" destOrd="0" presId="urn:microsoft.com/office/officeart/2009/3/layout/StepUpProcess"/>
    <dgm:cxn modelId="{D727C919-851A-42EB-8E3A-10F0F9F6C120}" type="presOf" srcId="{17597577-B05E-4935-8AEF-5BD8C300DDD7}" destId="{46E61FCF-C72A-465E-84D4-BAC5FA64387C}" srcOrd="0" destOrd="0" presId="urn:microsoft.com/office/officeart/2009/3/layout/StepUpProcess"/>
    <dgm:cxn modelId="{511FC12D-CA38-4F00-A160-8ACAC19D5693}" srcId="{CA1A6013-E379-4205-8B52-BF7418D9B975}" destId="{17597577-B05E-4935-8AEF-5BD8C300DDD7}" srcOrd="5" destOrd="0" parTransId="{7FE20DCA-E041-409A-A3C1-0FCA110D14CC}" sibTransId="{BCB92990-356D-415F-A5AF-E5F62ADA33AF}"/>
    <dgm:cxn modelId="{350DE062-72F5-40D7-8DBA-54A4F091BF7D}" type="presOf" srcId="{CA1A6013-E379-4205-8B52-BF7418D9B975}" destId="{C5FBACE8-F32D-4923-8E33-862245004B54}" srcOrd="0" destOrd="0" presId="urn:microsoft.com/office/officeart/2009/3/layout/StepUpProcess"/>
    <dgm:cxn modelId="{F2045464-31DA-4ECD-A3BB-53FE2FD91DB0}" type="presOf" srcId="{2C449451-5F97-4399-89FF-6490675F771E}" destId="{59204C74-F9B4-40B1-A870-9CF11C18AC5B}" srcOrd="0" destOrd="0" presId="urn:microsoft.com/office/officeart/2009/3/layout/StepUpProcess"/>
    <dgm:cxn modelId="{E3B76446-D623-4F84-B6E7-5F1B30DD5041}" srcId="{CA1A6013-E379-4205-8B52-BF7418D9B975}" destId="{F27EAD81-893F-4C8A-9454-C2071D4A9D67}" srcOrd="7" destOrd="0" parTransId="{69890897-B72F-4FCE-9165-CD467B70CD1D}" sibTransId="{2A65682C-63CD-41C2-8242-0D45DB7BE8A6}"/>
    <dgm:cxn modelId="{FE916E47-6EFD-4905-9381-E6AAE3127CF0}" srcId="{CA1A6013-E379-4205-8B52-BF7418D9B975}" destId="{DCBE10B5-7569-43F7-A3F1-5ADF32B728FB}" srcOrd="3" destOrd="0" parTransId="{B178E0EA-262D-4606-A449-004A92532DD0}" sibTransId="{9FF8BCC6-BA87-41CE-95F2-E3F03C4AF8C7}"/>
    <dgm:cxn modelId="{B917156D-4020-4316-9C74-8B955A8C094B}" srcId="{CA1A6013-E379-4205-8B52-BF7418D9B975}" destId="{9398F75D-C17F-4B88-B1EA-E091049F506A}" srcOrd="2" destOrd="0" parTransId="{0BBF2B49-D7F8-4106-9F2D-965FE392613F}" sibTransId="{B6A53BCD-431B-4B2E-ACE9-D733D4FFFF2F}"/>
    <dgm:cxn modelId="{0114DC71-E75B-41AA-A7CA-04DB6FA29118}" type="presOf" srcId="{DCBE10B5-7569-43F7-A3F1-5ADF32B728FB}" destId="{B2E57CA8-B5F8-4826-99DA-261D2E509A3F}" srcOrd="0" destOrd="0" presId="urn:microsoft.com/office/officeart/2009/3/layout/StepUpProcess"/>
    <dgm:cxn modelId="{0C817B72-CF5D-407B-A5E1-1D7554A3106C}" srcId="{CA1A6013-E379-4205-8B52-BF7418D9B975}" destId="{FEE2291C-141A-4333-8A8A-5A51968E066C}" srcOrd="0" destOrd="0" parTransId="{FACD8B50-A595-4A5D-BB9D-90B80BF68370}" sibTransId="{8E2B0C44-BAD0-42CA-BDC2-162E0A7090C3}"/>
    <dgm:cxn modelId="{0B8C4584-9E2A-4921-8BF8-2237C40C548A}" srcId="{CA1A6013-E379-4205-8B52-BF7418D9B975}" destId="{29B70A2C-4CBA-4942-9463-378D57BA021A}" srcOrd="6" destOrd="0" parTransId="{9FD587FB-EF73-4F70-8A94-99009C4F9560}" sibTransId="{D2F9E48B-AAC6-497C-94EB-CB45B56262C9}"/>
    <dgm:cxn modelId="{8FAF579A-94B1-4B1A-82E9-73E7ACA1990E}" srcId="{CA1A6013-E379-4205-8B52-BF7418D9B975}" destId="{FC350B9B-5E99-4E93-8AB4-0CE182CCD5DA}" srcOrd="4" destOrd="0" parTransId="{815C28C0-8026-4EF6-B6AC-14E418D9320B}" sibTransId="{7113941E-19F5-4C3B-9853-4EBC564613F0}"/>
    <dgm:cxn modelId="{B95561A1-825C-420E-909F-51D5DA5F185B}" type="presOf" srcId="{F27EAD81-893F-4C8A-9454-C2071D4A9D67}" destId="{A0634A9E-57AD-44EE-B562-C78980496651}" srcOrd="0" destOrd="0" presId="urn:microsoft.com/office/officeart/2009/3/layout/StepUpProcess"/>
    <dgm:cxn modelId="{CEA8A1A9-F552-4BD2-B7F8-0F3C3CE43D86}" type="presOf" srcId="{9398F75D-C17F-4B88-B1EA-E091049F506A}" destId="{6C944546-F54B-4063-A59B-931AD5267B58}" srcOrd="0" destOrd="0" presId="urn:microsoft.com/office/officeart/2009/3/layout/StepUpProcess"/>
    <dgm:cxn modelId="{9A1408AF-1E28-492C-8BFF-4047342E0DDF}" type="presOf" srcId="{FC350B9B-5E99-4E93-8AB4-0CE182CCD5DA}" destId="{FA39C202-85B8-453F-BCF8-86105382E661}" srcOrd="0" destOrd="0" presId="urn:microsoft.com/office/officeart/2009/3/layout/StepUpProcess"/>
    <dgm:cxn modelId="{33E371C6-0F68-4E1F-AFB2-ECF7E23AB4EF}" type="presOf" srcId="{1D036727-706E-42DD-997B-C9A5D66695E7}" destId="{46E61FCF-C72A-465E-84D4-BAC5FA64387C}" srcOrd="0" destOrd="1" presId="urn:microsoft.com/office/officeart/2009/3/layout/StepUpProcess"/>
    <dgm:cxn modelId="{63ECDECA-11F7-4BA3-89E3-1B9D9C00DE7F}" srcId="{CA1A6013-E379-4205-8B52-BF7418D9B975}" destId="{2C449451-5F97-4399-89FF-6490675F771E}" srcOrd="1" destOrd="0" parTransId="{2C89B8D2-5E9F-4A10-A1D7-129F103408E2}" sibTransId="{EFE5A1F3-2289-4102-B08B-29281BED6C24}"/>
    <dgm:cxn modelId="{94C4B2E8-8065-418F-880E-C7CB97348479}" srcId="{17597577-B05E-4935-8AEF-5BD8C300DDD7}" destId="{1D036727-706E-42DD-997B-C9A5D66695E7}" srcOrd="0" destOrd="0" parTransId="{51EC4FD7-0D1D-4F3C-81DC-98B2EABE1719}" sibTransId="{30EEA932-BB55-4672-A39F-0DE48DAFB6ED}"/>
    <dgm:cxn modelId="{B82F251A-0ABA-42B0-A7A9-199BF8249455}" type="presParOf" srcId="{C5FBACE8-F32D-4923-8E33-862245004B54}" destId="{859B5AD2-535C-46B8-ABEA-ED153A6A1D62}" srcOrd="0" destOrd="0" presId="urn:microsoft.com/office/officeart/2009/3/layout/StepUpProcess"/>
    <dgm:cxn modelId="{19856436-FC90-4D43-BB57-D0C86DF68CA3}" type="presParOf" srcId="{859B5AD2-535C-46B8-ABEA-ED153A6A1D62}" destId="{BA396F47-2606-4E72-B847-00F7185C9E00}" srcOrd="0" destOrd="0" presId="urn:microsoft.com/office/officeart/2009/3/layout/StepUpProcess"/>
    <dgm:cxn modelId="{BD8248F0-195C-4722-8BBA-9A504A134C32}" type="presParOf" srcId="{859B5AD2-535C-46B8-ABEA-ED153A6A1D62}" destId="{550CF431-2E7A-42A1-9230-8B497DBE743B}" srcOrd="1" destOrd="0" presId="urn:microsoft.com/office/officeart/2009/3/layout/StepUpProcess"/>
    <dgm:cxn modelId="{E04583B9-E1EF-43B0-8A6F-ADA47445B194}" type="presParOf" srcId="{859B5AD2-535C-46B8-ABEA-ED153A6A1D62}" destId="{8D408059-CB8D-4751-B7CC-F07CC661EDC7}" srcOrd="2" destOrd="0" presId="urn:microsoft.com/office/officeart/2009/3/layout/StepUpProcess"/>
    <dgm:cxn modelId="{6C793516-9346-4DEF-9B69-852DB0921BAF}" type="presParOf" srcId="{C5FBACE8-F32D-4923-8E33-862245004B54}" destId="{1B679030-E544-46CD-A679-2A7C3A4DE3AD}" srcOrd="1" destOrd="0" presId="urn:microsoft.com/office/officeart/2009/3/layout/StepUpProcess"/>
    <dgm:cxn modelId="{5A2B1FAC-BF17-4582-BD65-88B6532A38F7}" type="presParOf" srcId="{1B679030-E544-46CD-A679-2A7C3A4DE3AD}" destId="{34D36CC4-DA9F-4C59-868D-CACDB2E98D89}" srcOrd="0" destOrd="0" presId="urn:microsoft.com/office/officeart/2009/3/layout/StepUpProcess"/>
    <dgm:cxn modelId="{7D63E216-C72A-4F82-A8E7-49F7CC0240B7}" type="presParOf" srcId="{C5FBACE8-F32D-4923-8E33-862245004B54}" destId="{33F03892-EBA9-442E-B169-5EE5C10E3D80}" srcOrd="2" destOrd="0" presId="urn:microsoft.com/office/officeart/2009/3/layout/StepUpProcess"/>
    <dgm:cxn modelId="{7838484E-4444-462A-BB9F-0A41D484D91B}" type="presParOf" srcId="{33F03892-EBA9-442E-B169-5EE5C10E3D80}" destId="{5AEF72F9-6324-4B20-93B3-6E3EC5BE95A1}" srcOrd="0" destOrd="0" presId="urn:microsoft.com/office/officeart/2009/3/layout/StepUpProcess"/>
    <dgm:cxn modelId="{624444AE-5AED-4A3B-B0C5-B744B5E757CE}" type="presParOf" srcId="{33F03892-EBA9-442E-B169-5EE5C10E3D80}" destId="{59204C74-F9B4-40B1-A870-9CF11C18AC5B}" srcOrd="1" destOrd="0" presId="urn:microsoft.com/office/officeart/2009/3/layout/StepUpProcess"/>
    <dgm:cxn modelId="{08F52399-CB01-45B1-BD44-7660FEE4B81A}" type="presParOf" srcId="{33F03892-EBA9-442E-B169-5EE5C10E3D80}" destId="{7DCC2738-3AE1-49B5-B8A6-5E27D7CA93BC}" srcOrd="2" destOrd="0" presId="urn:microsoft.com/office/officeart/2009/3/layout/StepUpProcess"/>
    <dgm:cxn modelId="{00882857-6D1D-4A4C-B12B-A47FF039E7B2}" type="presParOf" srcId="{C5FBACE8-F32D-4923-8E33-862245004B54}" destId="{74D64F8F-233E-4279-9485-E9B8BBE21D3E}" srcOrd="3" destOrd="0" presId="urn:microsoft.com/office/officeart/2009/3/layout/StepUpProcess"/>
    <dgm:cxn modelId="{88D5EAAB-5E11-4E75-B6CC-D3FEA1BFE19C}" type="presParOf" srcId="{74D64F8F-233E-4279-9485-E9B8BBE21D3E}" destId="{27AEDB53-CF66-4F38-A595-9242E0660486}" srcOrd="0" destOrd="0" presId="urn:microsoft.com/office/officeart/2009/3/layout/StepUpProcess"/>
    <dgm:cxn modelId="{4100DB45-E2D2-4D4A-A9ED-4762D9C95521}" type="presParOf" srcId="{C5FBACE8-F32D-4923-8E33-862245004B54}" destId="{8E68DB1C-82AD-4C60-8CAF-C4B7E6C7D022}" srcOrd="4" destOrd="0" presId="urn:microsoft.com/office/officeart/2009/3/layout/StepUpProcess"/>
    <dgm:cxn modelId="{332B5DF7-FB58-4CB9-B319-13C90CA4B001}" type="presParOf" srcId="{8E68DB1C-82AD-4C60-8CAF-C4B7E6C7D022}" destId="{7E8D5348-283B-4D92-AAE3-2269B07936F4}" srcOrd="0" destOrd="0" presId="urn:microsoft.com/office/officeart/2009/3/layout/StepUpProcess"/>
    <dgm:cxn modelId="{094CF9C5-5DD1-4722-8CF0-F0075C3FA28E}" type="presParOf" srcId="{8E68DB1C-82AD-4C60-8CAF-C4B7E6C7D022}" destId="{6C944546-F54B-4063-A59B-931AD5267B58}" srcOrd="1" destOrd="0" presId="urn:microsoft.com/office/officeart/2009/3/layout/StepUpProcess"/>
    <dgm:cxn modelId="{BE1550E2-AB4C-4314-A0CE-0A578E4F11CC}" type="presParOf" srcId="{8E68DB1C-82AD-4C60-8CAF-C4B7E6C7D022}" destId="{7E643548-5DCD-42D1-B5E8-3E3BD0BB6479}" srcOrd="2" destOrd="0" presId="urn:microsoft.com/office/officeart/2009/3/layout/StepUpProcess"/>
    <dgm:cxn modelId="{03087040-17D4-40BE-AC2B-5D712ED260E0}" type="presParOf" srcId="{C5FBACE8-F32D-4923-8E33-862245004B54}" destId="{14600AE2-6732-4EDD-B60C-CE2DA9CA02EF}" srcOrd="5" destOrd="0" presId="urn:microsoft.com/office/officeart/2009/3/layout/StepUpProcess"/>
    <dgm:cxn modelId="{51529314-DFC7-462D-9D4C-E991A336FA7C}" type="presParOf" srcId="{14600AE2-6732-4EDD-B60C-CE2DA9CA02EF}" destId="{C7F01D20-905F-4498-BBB7-76D927B7FC34}" srcOrd="0" destOrd="0" presId="urn:microsoft.com/office/officeart/2009/3/layout/StepUpProcess"/>
    <dgm:cxn modelId="{4E74058C-0352-41B8-A1B2-B9A8AD1EFEA2}" type="presParOf" srcId="{C5FBACE8-F32D-4923-8E33-862245004B54}" destId="{AABA9180-0BAA-471C-9DD4-46AD473F0E03}" srcOrd="6" destOrd="0" presId="urn:microsoft.com/office/officeart/2009/3/layout/StepUpProcess"/>
    <dgm:cxn modelId="{65964D65-EEE0-487E-B0AB-E3EAF694B35C}" type="presParOf" srcId="{AABA9180-0BAA-471C-9DD4-46AD473F0E03}" destId="{10CAD734-EFE7-412A-B437-CD8D96D5387A}" srcOrd="0" destOrd="0" presId="urn:microsoft.com/office/officeart/2009/3/layout/StepUpProcess"/>
    <dgm:cxn modelId="{8C022B8B-3DF1-4598-B969-48F709820109}" type="presParOf" srcId="{AABA9180-0BAA-471C-9DD4-46AD473F0E03}" destId="{B2E57CA8-B5F8-4826-99DA-261D2E509A3F}" srcOrd="1" destOrd="0" presId="urn:microsoft.com/office/officeart/2009/3/layout/StepUpProcess"/>
    <dgm:cxn modelId="{738359F7-0B8E-4AC8-A7BD-E194FCD24CFB}" type="presParOf" srcId="{AABA9180-0BAA-471C-9DD4-46AD473F0E03}" destId="{CC6E747C-4329-4DE8-A112-7796E6B26081}" srcOrd="2" destOrd="0" presId="urn:microsoft.com/office/officeart/2009/3/layout/StepUpProcess"/>
    <dgm:cxn modelId="{84732CB0-DB53-48A2-8BB2-FAF087E93C05}" type="presParOf" srcId="{C5FBACE8-F32D-4923-8E33-862245004B54}" destId="{5A6DE9E3-0456-4CCA-AC16-655E40FBE918}" srcOrd="7" destOrd="0" presId="urn:microsoft.com/office/officeart/2009/3/layout/StepUpProcess"/>
    <dgm:cxn modelId="{662ABCF5-01FA-42CC-BAE0-28C47A44BE92}" type="presParOf" srcId="{5A6DE9E3-0456-4CCA-AC16-655E40FBE918}" destId="{62E84599-A93F-485D-92FF-19EDBB59F527}" srcOrd="0" destOrd="0" presId="urn:microsoft.com/office/officeart/2009/3/layout/StepUpProcess"/>
    <dgm:cxn modelId="{4BC1F92D-C8A4-4F41-A0AE-6FB7575E24BC}" type="presParOf" srcId="{C5FBACE8-F32D-4923-8E33-862245004B54}" destId="{7C4F2290-9E38-4AAD-8452-B91F4DA857AB}" srcOrd="8" destOrd="0" presId="urn:microsoft.com/office/officeart/2009/3/layout/StepUpProcess"/>
    <dgm:cxn modelId="{3890ADCC-D641-49FE-93C1-C81F992BEB54}" type="presParOf" srcId="{7C4F2290-9E38-4AAD-8452-B91F4DA857AB}" destId="{43D94316-C1C5-4512-9D7F-DE64EC89F2FF}" srcOrd="0" destOrd="0" presId="urn:microsoft.com/office/officeart/2009/3/layout/StepUpProcess"/>
    <dgm:cxn modelId="{FFC8DDDA-FC6D-462B-B60A-68F7A4B17B0E}" type="presParOf" srcId="{7C4F2290-9E38-4AAD-8452-B91F4DA857AB}" destId="{FA39C202-85B8-453F-BCF8-86105382E661}" srcOrd="1" destOrd="0" presId="urn:microsoft.com/office/officeart/2009/3/layout/StepUpProcess"/>
    <dgm:cxn modelId="{DDE3182A-79ED-4939-A903-D7D069EF7B50}" type="presParOf" srcId="{7C4F2290-9E38-4AAD-8452-B91F4DA857AB}" destId="{C7747AFB-FB4A-4D25-B17D-13F6A397184C}" srcOrd="2" destOrd="0" presId="urn:microsoft.com/office/officeart/2009/3/layout/StepUpProcess"/>
    <dgm:cxn modelId="{74DCDD9A-CD9D-499C-A1CE-0D221D53B9C2}" type="presParOf" srcId="{C5FBACE8-F32D-4923-8E33-862245004B54}" destId="{A2CDB663-1F0B-4792-B10D-B40BBBE0DE95}" srcOrd="9" destOrd="0" presId="urn:microsoft.com/office/officeart/2009/3/layout/StepUpProcess"/>
    <dgm:cxn modelId="{EC1235B1-2F7D-412B-8B59-F24BC8E9C825}" type="presParOf" srcId="{A2CDB663-1F0B-4792-B10D-B40BBBE0DE95}" destId="{3B37139D-75F2-4FA1-9709-1B00DE1A4908}" srcOrd="0" destOrd="0" presId="urn:microsoft.com/office/officeart/2009/3/layout/StepUpProcess"/>
    <dgm:cxn modelId="{90BF600D-1059-4F8B-814F-F91849C2DB29}" type="presParOf" srcId="{C5FBACE8-F32D-4923-8E33-862245004B54}" destId="{0ADA53B0-3781-4C4C-B4E6-1E0779268259}" srcOrd="10" destOrd="0" presId="urn:microsoft.com/office/officeart/2009/3/layout/StepUpProcess"/>
    <dgm:cxn modelId="{79EC7662-E9B1-4CE2-8060-BF3C15715031}" type="presParOf" srcId="{0ADA53B0-3781-4C4C-B4E6-1E0779268259}" destId="{31514AAE-C871-46DA-998A-C6043B48CC5C}" srcOrd="0" destOrd="0" presId="urn:microsoft.com/office/officeart/2009/3/layout/StepUpProcess"/>
    <dgm:cxn modelId="{1DD394D9-A256-4956-BD73-7482C326D5F3}" type="presParOf" srcId="{0ADA53B0-3781-4C4C-B4E6-1E0779268259}" destId="{46E61FCF-C72A-465E-84D4-BAC5FA64387C}" srcOrd="1" destOrd="0" presId="urn:microsoft.com/office/officeart/2009/3/layout/StepUpProcess"/>
    <dgm:cxn modelId="{59374297-21DD-47F9-BEFF-0FAA74B32533}" type="presParOf" srcId="{0ADA53B0-3781-4C4C-B4E6-1E0779268259}" destId="{FC662DEE-5164-4027-8403-580EF75E8B6B}" srcOrd="2" destOrd="0" presId="urn:microsoft.com/office/officeart/2009/3/layout/StepUpProcess"/>
    <dgm:cxn modelId="{DDB7109B-0128-43D3-92DF-A057AB7D383C}" type="presParOf" srcId="{C5FBACE8-F32D-4923-8E33-862245004B54}" destId="{128BD63F-221B-4EBB-9031-550E99C18A84}" srcOrd="11" destOrd="0" presId="urn:microsoft.com/office/officeart/2009/3/layout/StepUpProcess"/>
    <dgm:cxn modelId="{BED429A0-8DB4-4807-BFD9-8BA3868BF1B8}" type="presParOf" srcId="{128BD63F-221B-4EBB-9031-550E99C18A84}" destId="{C20A0F27-8CB6-4483-BC6A-57773DF85A0A}" srcOrd="0" destOrd="0" presId="urn:microsoft.com/office/officeart/2009/3/layout/StepUpProcess"/>
    <dgm:cxn modelId="{29C733F4-16AF-43A3-BEF8-7947B7638C8C}" type="presParOf" srcId="{C5FBACE8-F32D-4923-8E33-862245004B54}" destId="{A3234D1F-157A-47DA-A176-AD7681FBD8AD}" srcOrd="12" destOrd="0" presId="urn:microsoft.com/office/officeart/2009/3/layout/StepUpProcess"/>
    <dgm:cxn modelId="{39966DE9-92B8-4468-B09F-70BFF770ECC5}" type="presParOf" srcId="{A3234D1F-157A-47DA-A176-AD7681FBD8AD}" destId="{988F3964-4B00-4036-AE9E-F9B860540E66}" srcOrd="0" destOrd="0" presId="urn:microsoft.com/office/officeart/2009/3/layout/StepUpProcess"/>
    <dgm:cxn modelId="{19A2676F-254D-4D87-9535-3A83CA1DB128}" type="presParOf" srcId="{A3234D1F-157A-47DA-A176-AD7681FBD8AD}" destId="{3EF30545-327F-4C74-96F6-687B2A2E5A8C}" srcOrd="1" destOrd="0" presId="urn:microsoft.com/office/officeart/2009/3/layout/StepUpProcess"/>
    <dgm:cxn modelId="{27DD0A0C-84A2-4A4C-A8E7-2B5E73751C6C}" type="presParOf" srcId="{A3234D1F-157A-47DA-A176-AD7681FBD8AD}" destId="{6794512D-4796-4C65-8A6C-86059E215CE1}" srcOrd="2" destOrd="0" presId="urn:microsoft.com/office/officeart/2009/3/layout/StepUpProcess"/>
    <dgm:cxn modelId="{FE9FFF65-6699-41E7-89F3-1436CFB94AD0}" type="presParOf" srcId="{C5FBACE8-F32D-4923-8E33-862245004B54}" destId="{6384A09B-0A3E-4044-A235-EB589731037C}" srcOrd="13" destOrd="0" presId="urn:microsoft.com/office/officeart/2009/3/layout/StepUpProcess"/>
    <dgm:cxn modelId="{3D4CA69C-6F1F-455B-8DC0-3298AAF798F4}" type="presParOf" srcId="{6384A09B-0A3E-4044-A235-EB589731037C}" destId="{280315E1-7000-47F7-9506-E10644C2C689}" srcOrd="0" destOrd="0" presId="urn:microsoft.com/office/officeart/2009/3/layout/StepUpProcess"/>
    <dgm:cxn modelId="{D6E76422-9EC3-4D0B-8F92-8B71B0F2C1AF}" type="presParOf" srcId="{C5FBACE8-F32D-4923-8E33-862245004B54}" destId="{BD36C5AF-D2FF-4454-B7CB-40726F66E5EF}" srcOrd="14" destOrd="0" presId="urn:microsoft.com/office/officeart/2009/3/layout/StepUpProcess"/>
    <dgm:cxn modelId="{1EF71A92-C88A-4D18-8208-97815F071855}" type="presParOf" srcId="{BD36C5AF-D2FF-4454-B7CB-40726F66E5EF}" destId="{11E34809-34EF-409F-8A0B-E5C9D0C83CC3}" srcOrd="0" destOrd="0" presId="urn:microsoft.com/office/officeart/2009/3/layout/StepUpProcess"/>
    <dgm:cxn modelId="{3A6E9DBF-BE63-4293-ABE2-419B0B5A9F6F}" type="presParOf" srcId="{BD36C5AF-D2FF-4454-B7CB-40726F66E5EF}" destId="{A0634A9E-57AD-44EE-B562-C78980496651}" srcOrd="1" destOrd="0" presId="urn:microsoft.com/office/officeart/2009/3/layout/StepUpProcess"/>
  </dgm:cxnLst>
  <dgm:bg>
    <a:solidFill>
      <a:schemeClr val="bg1">
        <a:lumMod val="95000"/>
      </a:schemeClr>
    </a:solidFill>
    <a:effectLst/>
  </dgm:bg>
  <dgm:whole>
    <a:ln w="12700"/>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EF0F2D-9685-46D7-B5D4-3A9E7A4D9073}">
      <dsp:nvSpPr>
        <dsp:cNvPr id="0" name=""/>
        <dsp:cNvSpPr/>
      </dsp:nvSpPr>
      <dsp:spPr>
        <a:xfrm rot="5400000">
          <a:off x="332388" y="2050424"/>
          <a:ext cx="985827" cy="1640395"/>
        </a:xfrm>
        <a:prstGeom prst="corner">
          <a:avLst>
            <a:gd name="adj1" fmla="val 16120"/>
            <a:gd name="adj2" fmla="val 16110"/>
          </a:avLst>
        </a:prstGeom>
        <a:gradFill rotWithShape="0">
          <a:gsLst>
            <a:gs pos="0">
              <a:schemeClr val="accent6">
                <a:shade val="50000"/>
                <a:hueOff val="0"/>
                <a:satOff val="0"/>
                <a:lumOff val="0"/>
                <a:alphaOff val="0"/>
                <a:satMod val="103000"/>
                <a:lumMod val="102000"/>
                <a:tint val="94000"/>
              </a:schemeClr>
            </a:gs>
            <a:gs pos="50000">
              <a:schemeClr val="accent6">
                <a:shade val="50000"/>
                <a:hueOff val="0"/>
                <a:satOff val="0"/>
                <a:lumOff val="0"/>
                <a:alphaOff val="0"/>
                <a:satMod val="110000"/>
                <a:lumMod val="100000"/>
                <a:shade val="100000"/>
              </a:schemeClr>
            </a:gs>
            <a:gs pos="100000">
              <a:schemeClr val="accent6">
                <a:shade val="50000"/>
                <a:hueOff val="0"/>
                <a:satOff val="0"/>
                <a:lumOff val="0"/>
                <a:alphaOff val="0"/>
                <a:lumMod val="99000"/>
                <a:satMod val="120000"/>
                <a:shade val="78000"/>
              </a:schemeClr>
            </a:gs>
          </a:gsLst>
          <a:lin ang="5400000" scaled="0"/>
        </a:gradFill>
        <a:ln w="12700" cap="flat" cmpd="sng" algn="ctr">
          <a:solidFill>
            <a:schemeClr val="accent6">
              <a:shade val="50000"/>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ED6DA493-1953-44B2-91C3-656AC3B6C6EA}">
      <dsp:nvSpPr>
        <dsp:cNvPr id="0" name=""/>
        <dsp:cNvSpPr/>
      </dsp:nvSpPr>
      <dsp:spPr>
        <a:xfrm>
          <a:off x="167829" y="2540549"/>
          <a:ext cx="1480957" cy="1298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ctr" defTabSz="444500">
            <a:lnSpc>
              <a:spcPct val="90000"/>
            </a:lnSpc>
            <a:spcBef>
              <a:spcPct val="0"/>
            </a:spcBef>
            <a:spcAft>
              <a:spcPct val="35000"/>
            </a:spcAft>
            <a:buNone/>
          </a:pPr>
          <a:r>
            <a:rPr lang="en-ZA" sz="1000" b="1" kern="1200"/>
            <a:t>Jupyter Notebook</a:t>
          </a:r>
          <a:r>
            <a:rPr lang="en-ZA" sz="1000" kern="1200"/>
            <a:t>: Facilitates an interactive environment for coding and data exploration.</a:t>
          </a:r>
          <a:endParaRPr lang="en-ZA" sz="1000" kern="1200" dirty="0"/>
        </a:p>
      </dsp:txBody>
      <dsp:txXfrm>
        <a:off x="167829" y="2540549"/>
        <a:ext cx="1480957" cy="1298146"/>
      </dsp:txXfrm>
    </dsp:sp>
    <dsp:sp modelId="{1E96C1F2-0C19-4556-9ED8-5BD629C73342}">
      <dsp:nvSpPr>
        <dsp:cNvPr id="0" name=""/>
        <dsp:cNvSpPr/>
      </dsp:nvSpPr>
      <dsp:spPr>
        <a:xfrm>
          <a:off x="1369360" y="1929657"/>
          <a:ext cx="279426" cy="279426"/>
        </a:xfrm>
        <a:prstGeom prst="triangle">
          <a:avLst>
            <a:gd name="adj" fmla="val 100000"/>
          </a:avLst>
        </a:prstGeom>
        <a:gradFill rotWithShape="0">
          <a:gsLst>
            <a:gs pos="0">
              <a:schemeClr val="accent6">
                <a:shade val="50000"/>
                <a:hueOff val="75612"/>
                <a:satOff val="-5929"/>
                <a:lumOff val="8613"/>
                <a:alphaOff val="0"/>
                <a:satMod val="103000"/>
                <a:lumMod val="102000"/>
                <a:tint val="94000"/>
              </a:schemeClr>
            </a:gs>
            <a:gs pos="50000">
              <a:schemeClr val="accent6">
                <a:shade val="50000"/>
                <a:hueOff val="75612"/>
                <a:satOff val="-5929"/>
                <a:lumOff val="8613"/>
                <a:alphaOff val="0"/>
                <a:satMod val="110000"/>
                <a:lumMod val="100000"/>
                <a:shade val="100000"/>
              </a:schemeClr>
            </a:gs>
            <a:gs pos="100000">
              <a:schemeClr val="accent6">
                <a:shade val="50000"/>
                <a:hueOff val="75612"/>
                <a:satOff val="-5929"/>
                <a:lumOff val="8613"/>
                <a:alphaOff val="0"/>
                <a:lumMod val="99000"/>
                <a:satMod val="120000"/>
                <a:shade val="78000"/>
              </a:schemeClr>
            </a:gs>
          </a:gsLst>
          <a:lin ang="5400000" scaled="0"/>
        </a:gradFill>
        <a:ln w="12700" cap="flat" cmpd="sng" algn="ctr">
          <a:solidFill>
            <a:schemeClr val="accent6">
              <a:shade val="50000"/>
              <a:hueOff val="75612"/>
              <a:satOff val="-5929"/>
              <a:lumOff val="8613"/>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10CAD734-EFE7-412A-B437-CD8D96D5387A}">
      <dsp:nvSpPr>
        <dsp:cNvPr id="0" name=""/>
        <dsp:cNvSpPr/>
      </dsp:nvSpPr>
      <dsp:spPr>
        <a:xfrm rot="5400000">
          <a:off x="2145369" y="1601800"/>
          <a:ext cx="985827" cy="1640395"/>
        </a:xfrm>
        <a:prstGeom prst="corner">
          <a:avLst>
            <a:gd name="adj1" fmla="val 16120"/>
            <a:gd name="adj2" fmla="val 16110"/>
          </a:avLst>
        </a:prstGeom>
        <a:solidFill>
          <a:srgbClr val="006341"/>
        </a:solidFill>
        <a:ln w="12700" cap="flat" cmpd="sng" algn="ctr">
          <a:solidFill>
            <a:schemeClr val="accent6">
              <a:shade val="50000"/>
              <a:hueOff val="151225"/>
              <a:satOff val="-11859"/>
              <a:lumOff val="17225"/>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B2E57CA8-B5F8-4826-99DA-261D2E509A3F}">
      <dsp:nvSpPr>
        <dsp:cNvPr id="0" name=""/>
        <dsp:cNvSpPr/>
      </dsp:nvSpPr>
      <dsp:spPr>
        <a:xfrm>
          <a:off x="1980810" y="2091925"/>
          <a:ext cx="1480957" cy="1298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ctr" defTabSz="444500">
            <a:lnSpc>
              <a:spcPct val="90000"/>
            </a:lnSpc>
            <a:spcBef>
              <a:spcPct val="0"/>
            </a:spcBef>
            <a:spcAft>
              <a:spcPct val="35000"/>
            </a:spcAft>
            <a:buNone/>
          </a:pPr>
          <a:r>
            <a:rPr lang="en-ZA" sz="1000" b="1" kern="1200" dirty="0"/>
            <a:t>Scikit-surprise</a:t>
          </a:r>
          <a:r>
            <a:rPr lang="en-ZA" sz="1000" kern="1200" dirty="0"/>
            <a:t>: Essential for machine learning tasks, including preprocessing, </a:t>
          </a:r>
          <a:r>
            <a:rPr lang="en-ZA" sz="1000" kern="1200" dirty="0" err="1"/>
            <a:t>modeling</a:t>
          </a:r>
          <a:r>
            <a:rPr lang="en-ZA" sz="1000" kern="1200" dirty="0"/>
            <a:t>, and evaluation.</a:t>
          </a:r>
        </a:p>
      </dsp:txBody>
      <dsp:txXfrm>
        <a:off x="1980810" y="2091925"/>
        <a:ext cx="1480957" cy="1298146"/>
      </dsp:txXfrm>
    </dsp:sp>
    <dsp:sp modelId="{CC6E747C-4329-4DE8-A112-7796E6B26081}">
      <dsp:nvSpPr>
        <dsp:cNvPr id="0" name=""/>
        <dsp:cNvSpPr/>
      </dsp:nvSpPr>
      <dsp:spPr>
        <a:xfrm>
          <a:off x="3182342" y="1481033"/>
          <a:ext cx="279426" cy="279426"/>
        </a:xfrm>
        <a:prstGeom prst="triangle">
          <a:avLst>
            <a:gd name="adj" fmla="val 100000"/>
          </a:avLst>
        </a:prstGeom>
        <a:solidFill>
          <a:srgbClr val="006341"/>
        </a:solidFill>
        <a:ln w="12700" cap="flat" cmpd="sng" algn="ctr">
          <a:solidFill>
            <a:schemeClr val="accent6">
              <a:shade val="50000"/>
              <a:hueOff val="226837"/>
              <a:satOff val="-17788"/>
              <a:lumOff val="25838"/>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43D94316-C1C5-4512-9D7F-DE64EC89F2FF}">
      <dsp:nvSpPr>
        <dsp:cNvPr id="0" name=""/>
        <dsp:cNvSpPr/>
      </dsp:nvSpPr>
      <dsp:spPr>
        <a:xfrm rot="5400000">
          <a:off x="3958351" y="1153176"/>
          <a:ext cx="985827" cy="1640395"/>
        </a:xfrm>
        <a:prstGeom prst="corner">
          <a:avLst>
            <a:gd name="adj1" fmla="val 16120"/>
            <a:gd name="adj2" fmla="val 16110"/>
          </a:avLst>
        </a:prstGeom>
        <a:solidFill>
          <a:srgbClr val="006341"/>
        </a:solidFill>
        <a:ln w="12700" cap="flat" cmpd="sng" algn="ctr">
          <a:solidFill>
            <a:schemeClr val="accent6">
              <a:shade val="50000"/>
              <a:hueOff val="302449"/>
              <a:satOff val="-23718"/>
              <a:lumOff val="3445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FA39C202-85B8-453F-BCF8-86105382E661}">
      <dsp:nvSpPr>
        <dsp:cNvPr id="0" name=""/>
        <dsp:cNvSpPr/>
      </dsp:nvSpPr>
      <dsp:spPr>
        <a:xfrm>
          <a:off x="3793792" y="1643301"/>
          <a:ext cx="1480957" cy="1298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ctr" defTabSz="444500">
            <a:lnSpc>
              <a:spcPct val="90000"/>
            </a:lnSpc>
            <a:spcBef>
              <a:spcPct val="0"/>
            </a:spcBef>
            <a:spcAft>
              <a:spcPct val="35000"/>
            </a:spcAft>
            <a:buNone/>
          </a:pPr>
          <a:r>
            <a:rPr lang="en-ZA" sz="1000" b="1" kern="1200" dirty="0"/>
            <a:t>SciPy</a:t>
          </a:r>
          <a:r>
            <a:rPr lang="en-ZA" sz="1000" kern="1200" dirty="0"/>
            <a:t>: </a:t>
          </a:r>
          <a:r>
            <a:rPr lang="en-ZA" sz="1000" b="0" i="0" kern="1200" dirty="0"/>
            <a:t>is a Python library specifically designed for building and evaluating recommender systems using explicit rating data </a:t>
          </a:r>
          <a:endParaRPr lang="en-ZA" sz="1000" b="0" kern="1200" dirty="0"/>
        </a:p>
      </dsp:txBody>
      <dsp:txXfrm>
        <a:off x="3793792" y="1643301"/>
        <a:ext cx="1480957" cy="1298146"/>
      </dsp:txXfrm>
    </dsp:sp>
    <dsp:sp modelId="{C7747AFB-FB4A-4D25-B17D-13F6A397184C}">
      <dsp:nvSpPr>
        <dsp:cNvPr id="0" name=""/>
        <dsp:cNvSpPr/>
      </dsp:nvSpPr>
      <dsp:spPr>
        <a:xfrm>
          <a:off x="4995324" y="1032408"/>
          <a:ext cx="279426" cy="279426"/>
        </a:xfrm>
        <a:prstGeom prst="triangle">
          <a:avLst>
            <a:gd name="adj" fmla="val 100000"/>
          </a:avLst>
        </a:prstGeom>
        <a:solidFill>
          <a:srgbClr val="006341"/>
        </a:solidFill>
        <a:ln w="12700" cap="flat" cmpd="sng" algn="ctr">
          <a:solidFill>
            <a:schemeClr val="accent6">
              <a:shade val="50000"/>
              <a:hueOff val="378062"/>
              <a:satOff val="-29647"/>
              <a:lumOff val="43063"/>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31514AAE-C871-46DA-998A-C6043B48CC5C}">
      <dsp:nvSpPr>
        <dsp:cNvPr id="0" name=""/>
        <dsp:cNvSpPr/>
      </dsp:nvSpPr>
      <dsp:spPr>
        <a:xfrm rot="5400000">
          <a:off x="5771333" y="704552"/>
          <a:ext cx="985827" cy="1640395"/>
        </a:xfrm>
        <a:prstGeom prst="corner">
          <a:avLst>
            <a:gd name="adj1" fmla="val 16120"/>
            <a:gd name="adj2" fmla="val 16110"/>
          </a:avLst>
        </a:prstGeom>
        <a:solidFill>
          <a:srgbClr val="006341"/>
        </a:solidFill>
        <a:ln w="12700" cap="flat" cmpd="sng" algn="ctr">
          <a:solidFill>
            <a:schemeClr val="accent6">
              <a:shade val="50000"/>
              <a:hueOff val="378062"/>
              <a:satOff val="-29647"/>
              <a:lumOff val="43063"/>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46E61FCF-C72A-465E-84D4-BAC5FA64387C}">
      <dsp:nvSpPr>
        <dsp:cNvPr id="0" name=""/>
        <dsp:cNvSpPr/>
      </dsp:nvSpPr>
      <dsp:spPr>
        <a:xfrm>
          <a:off x="5606774" y="1194677"/>
          <a:ext cx="1480957" cy="1298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ctr" defTabSz="444500">
            <a:lnSpc>
              <a:spcPct val="90000"/>
            </a:lnSpc>
            <a:spcBef>
              <a:spcPct val="0"/>
            </a:spcBef>
            <a:spcAft>
              <a:spcPct val="35000"/>
            </a:spcAft>
            <a:buNone/>
          </a:pPr>
          <a:r>
            <a:rPr lang="en-ZA" sz="1000" b="1" kern="1200" dirty="0"/>
            <a:t>Matplotlib/Seaborn</a:t>
          </a:r>
          <a:r>
            <a:rPr lang="en-ZA" sz="1000" kern="1200" dirty="0"/>
            <a:t>: Crucial for creating various types of visualizations.</a:t>
          </a:r>
        </a:p>
        <a:p>
          <a:pPr marL="57150" lvl="1" indent="-57150" algn="l" defTabSz="355600">
            <a:lnSpc>
              <a:spcPct val="90000"/>
            </a:lnSpc>
            <a:spcBef>
              <a:spcPct val="0"/>
            </a:spcBef>
            <a:spcAft>
              <a:spcPct val="15000"/>
            </a:spcAft>
            <a:buChar char="•"/>
          </a:pPr>
          <a:endParaRPr lang="en-ZA" sz="800" kern="1200" dirty="0"/>
        </a:p>
      </dsp:txBody>
      <dsp:txXfrm>
        <a:off x="5606774" y="1194677"/>
        <a:ext cx="1480957" cy="1298146"/>
      </dsp:txXfrm>
    </dsp:sp>
    <dsp:sp modelId="{FC662DEE-5164-4027-8403-580EF75E8B6B}">
      <dsp:nvSpPr>
        <dsp:cNvPr id="0" name=""/>
        <dsp:cNvSpPr/>
      </dsp:nvSpPr>
      <dsp:spPr>
        <a:xfrm>
          <a:off x="6808306" y="583784"/>
          <a:ext cx="279426" cy="279426"/>
        </a:xfrm>
        <a:prstGeom prst="triangle">
          <a:avLst>
            <a:gd name="adj" fmla="val 100000"/>
          </a:avLst>
        </a:prstGeom>
        <a:solidFill>
          <a:srgbClr val="006341"/>
        </a:solidFill>
        <a:ln w="12700" cap="flat" cmpd="sng" algn="ctr">
          <a:solidFill>
            <a:schemeClr val="accent6">
              <a:shade val="50000"/>
              <a:hueOff val="302449"/>
              <a:satOff val="-23718"/>
              <a:lumOff val="3445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988F3964-4B00-4036-AE9E-F9B860540E66}">
      <dsp:nvSpPr>
        <dsp:cNvPr id="0" name=""/>
        <dsp:cNvSpPr/>
      </dsp:nvSpPr>
      <dsp:spPr>
        <a:xfrm rot="5400000">
          <a:off x="7584315" y="255928"/>
          <a:ext cx="985827" cy="1640395"/>
        </a:xfrm>
        <a:prstGeom prst="corner">
          <a:avLst>
            <a:gd name="adj1" fmla="val 16120"/>
            <a:gd name="adj2" fmla="val 16110"/>
          </a:avLst>
        </a:prstGeom>
        <a:solidFill>
          <a:srgbClr val="006341"/>
        </a:solidFill>
        <a:ln w="12700" cap="flat" cmpd="sng" algn="ctr">
          <a:solidFill>
            <a:schemeClr val="accent6">
              <a:shade val="50000"/>
              <a:hueOff val="226837"/>
              <a:satOff val="-17788"/>
              <a:lumOff val="25838"/>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3EF30545-327F-4C74-96F6-687B2A2E5A8C}">
      <dsp:nvSpPr>
        <dsp:cNvPr id="0" name=""/>
        <dsp:cNvSpPr/>
      </dsp:nvSpPr>
      <dsp:spPr>
        <a:xfrm>
          <a:off x="7419755" y="746053"/>
          <a:ext cx="1480957" cy="1298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ctr" defTabSz="444500">
            <a:lnSpc>
              <a:spcPct val="90000"/>
            </a:lnSpc>
            <a:spcBef>
              <a:spcPct val="0"/>
            </a:spcBef>
            <a:spcAft>
              <a:spcPct val="35000"/>
            </a:spcAft>
            <a:buNone/>
          </a:pPr>
          <a:r>
            <a:rPr lang="en-ZA" sz="1000" b="1" kern="1200" dirty="0"/>
            <a:t>NumPy</a:t>
          </a:r>
          <a:r>
            <a:rPr lang="en-ZA" sz="1000" kern="1200" dirty="0"/>
            <a:t>: Fundamental for numerical operations, supporting arrays and matrices.</a:t>
          </a:r>
        </a:p>
      </dsp:txBody>
      <dsp:txXfrm>
        <a:off x="7419755" y="746053"/>
        <a:ext cx="1480957" cy="1298146"/>
      </dsp:txXfrm>
    </dsp:sp>
    <dsp:sp modelId="{6794512D-4796-4C65-8A6C-86059E215CE1}">
      <dsp:nvSpPr>
        <dsp:cNvPr id="0" name=""/>
        <dsp:cNvSpPr/>
      </dsp:nvSpPr>
      <dsp:spPr>
        <a:xfrm>
          <a:off x="8621287" y="135160"/>
          <a:ext cx="279426" cy="279426"/>
        </a:xfrm>
        <a:prstGeom prst="triangle">
          <a:avLst>
            <a:gd name="adj" fmla="val 100000"/>
          </a:avLst>
        </a:prstGeom>
        <a:solidFill>
          <a:srgbClr val="006341"/>
        </a:solidFill>
        <a:ln w="12700" cap="flat" cmpd="sng" algn="ctr">
          <a:solidFill>
            <a:schemeClr val="accent6">
              <a:shade val="50000"/>
              <a:hueOff val="151225"/>
              <a:satOff val="-11859"/>
              <a:lumOff val="17225"/>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11E34809-34EF-409F-8A0B-E5C9D0C83CC3}">
      <dsp:nvSpPr>
        <dsp:cNvPr id="0" name=""/>
        <dsp:cNvSpPr/>
      </dsp:nvSpPr>
      <dsp:spPr>
        <a:xfrm rot="5400000">
          <a:off x="9397296" y="-192695"/>
          <a:ext cx="985827" cy="1640395"/>
        </a:xfrm>
        <a:prstGeom prst="corner">
          <a:avLst>
            <a:gd name="adj1" fmla="val 16120"/>
            <a:gd name="adj2" fmla="val 16110"/>
          </a:avLst>
        </a:prstGeom>
        <a:solidFill>
          <a:srgbClr val="006341"/>
        </a:solidFill>
        <a:ln w="12700" cap="flat" cmpd="sng" algn="ctr">
          <a:solidFill>
            <a:schemeClr val="accent6">
              <a:shade val="50000"/>
              <a:hueOff val="75612"/>
              <a:satOff val="-5929"/>
              <a:lumOff val="8613"/>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A0634A9E-57AD-44EE-B562-C78980496651}">
      <dsp:nvSpPr>
        <dsp:cNvPr id="0" name=""/>
        <dsp:cNvSpPr/>
      </dsp:nvSpPr>
      <dsp:spPr>
        <a:xfrm>
          <a:off x="9232737" y="297429"/>
          <a:ext cx="1480957" cy="1298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ctr" defTabSz="444500">
            <a:lnSpc>
              <a:spcPct val="90000"/>
            </a:lnSpc>
            <a:spcBef>
              <a:spcPct val="0"/>
            </a:spcBef>
            <a:spcAft>
              <a:spcPct val="35000"/>
            </a:spcAft>
            <a:buNone/>
          </a:pPr>
          <a:r>
            <a:rPr lang="en-ZA" sz="1000" b="1" kern="1200" dirty="0"/>
            <a:t>Pandas</a:t>
          </a:r>
          <a:r>
            <a:rPr lang="en-ZA" sz="1000" kern="1200" dirty="0"/>
            <a:t>: Essential for data manipulation, including reading, cleaning, and analysing data</a:t>
          </a:r>
        </a:p>
      </dsp:txBody>
      <dsp:txXfrm>
        <a:off x="9232737" y="297429"/>
        <a:ext cx="1480957" cy="12981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396F47-2606-4E72-B847-00F7185C9E00}">
      <dsp:nvSpPr>
        <dsp:cNvPr id="0" name=""/>
        <dsp:cNvSpPr/>
      </dsp:nvSpPr>
      <dsp:spPr>
        <a:xfrm rot="5400000">
          <a:off x="261397" y="2513301"/>
          <a:ext cx="782873" cy="1302683"/>
        </a:xfrm>
        <a:prstGeom prst="corner">
          <a:avLst>
            <a:gd name="adj1" fmla="val 16120"/>
            <a:gd name="adj2" fmla="val 16110"/>
          </a:avLst>
        </a:prstGeom>
        <a:gradFill rotWithShape="0">
          <a:gsLst>
            <a:gs pos="0">
              <a:schemeClr val="accent6">
                <a:shade val="50000"/>
                <a:hueOff val="0"/>
                <a:satOff val="0"/>
                <a:lumOff val="0"/>
                <a:alphaOff val="0"/>
                <a:satMod val="103000"/>
                <a:lumMod val="102000"/>
                <a:tint val="94000"/>
              </a:schemeClr>
            </a:gs>
            <a:gs pos="50000">
              <a:schemeClr val="accent6">
                <a:shade val="50000"/>
                <a:hueOff val="0"/>
                <a:satOff val="0"/>
                <a:lumOff val="0"/>
                <a:alphaOff val="0"/>
                <a:satMod val="110000"/>
                <a:lumMod val="100000"/>
                <a:shade val="100000"/>
              </a:schemeClr>
            </a:gs>
            <a:gs pos="100000">
              <a:schemeClr val="accent6">
                <a:shade val="50000"/>
                <a:hueOff val="0"/>
                <a:satOff val="0"/>
                <a:lumOff val="0"/>
                <a:alphaOff val="0"/>
                <a:lumMod val="99000"/>
                <a:satMod val="120000"/>
                <a:shade val="78000"/>
              </a:schemeClr>
            </a:gs>
          </a:gsLst>
          <a:lin ang="5400000" scaled="0"/>
        </a:gradFill>
        <a:ln w="12700" cap="flat" cmpd="sng" algn="ctr">
          <a:solidFill>
            <a:schemeClr val="accent6">
              <a:shade val="50000"/>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550CF431-2E7A-42A1-9230-8B497DBE743B}">
      <dsp:nvSpPr>
        <dsp:cNvPr id="0" name=""/>
        <dsp:cNvSpPr/>
      </dsp:nvSpPr>
      <dsp:spPr>
        <a:xfrm>
          <a:off x="130716" y="2902523"/>
          <a:ext cx="1176070" cy="1030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ctr" defTabSz="488950">
            <a:lnSpc>
              <a:spcPct val="90000"/>
            </a:lnSpc>
            <a:spcBef>
              <a:spcPct val="0"/>
            </a:spcBef>
            <a:spcAft>
              <a:spcPct val="35000"/>
            </a:spcAft>
            <a:buNone/>
          </a:pPr>
          <a:r>
            <a:rPr lang="en-ZA" sz="1100" kern="1200" dirty="0"/>
            <a:t>Ensured consistent data types</a:t>
          </a:r>
        </a:p>
      </dsp:txBody>
      <dsp:txXfrm>
        <a:off x="130716" y="2902523"/>
        <a:ext cx="1176070" cy="1030894"/>
      </dsp:txXfrm>
    </dsp:sp>
    <dsp:sp modelId="{8D408059-CB8D-4751-B7CC-F07CC661EDC7}">
      <dsp:nvSpPr>
        <dsp:cNvPr id="0" name=""/>
        <dsp:cNvSpPr/>
      </dsp:nvSpPr>
      <dsp:spPr>
        <a:xfrm>
          <a:off x="1084887" y="2417396"/>
          <a:ext cx="221900" cy="221900"/>
        </a:xfrm>
        <a:prstGeom prst="triangle">
          <a:avLst>
            <a:gd name="adj" fmla="val 100000"/>
          </a:avLst>
        </a:prstGeom>
        <a:gradFill rotWithShape="0">
          <a:gsLst>
            <a:gs pos="0">
              <a:schemeClr val="accent6">
                <a:shade val="50000"/>
                <a:hueOff val="55449"/>
                <a:satOff val="-4348"/>
                <a:lumOff val="6316"/>
                <a:alphaOff val="0"/>
                <a:satMod val="103000"/>
                <a:lumMod val="102000"/>
                <a:tint val="94000"/>
              </a:schemeClr>
            </a:gs>
            <a:gs pos="50000">
              <a:schemeClr val="accent6">
                <a:shade val="50000"/>
                <a:hueOff val="55449"/>
                <a:satOff val="-4348"/>
                <a:lumOff val="6316"/>
                <a:alphaOff val="0"/>
                <a:satMod val="110000"/>
                <a:lumMod val="100000"/>
                <a:shade val="100000"/>
              </a:schemeClr>
            </a:gs>
            <a:gs pos="100000">
              <a:schemeClr val="accent6">
                <a:shade val="50000"/>
                <a:hueOff val="55449"/>
                <a:satOff val="-4348"/>
                <a:lumOff val="6316"/>
                <a:alphaOff val="0"/>
                <a:lumMod val="99000"/>
                <a:satMod val="120000"/>
                <a:shade val="78000"/>
              </a:schemeClr>
            </a:gs>
          </a:gsLst>
          <a:lin ang="5400000" scaled="0"/>
        </a:gradFill>
        <a:ln w="12700" cap="flat" cmpd="sng" algn="ctr">
          <a:solidFill>
            <a:schemeClr val="accent6">
              <a:shade val="50000"/>
              <a:hueOff val="55449"/>
              <a:satOff val="-4348"/>
              <a:lumOff val="6316"/>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5AEF72F9-6324-4B20-93B3-6E3EC5BE95A1}">
      <dsp:nvSpPr>
        <dsp:cNvPr id="0" name=""/>
        <dsp:cNvSpPr/>
      </dsp:nvSpPr>
      <dsp:spPr>
        <a:xfrm rot="5400000">
          <a:off x="1701137" y="2157036"/>
          <a:ext cx="782873" cy="1302683"/>
        </a:xfrm>
        <a:prstGeom prst="corner">
          <a:avLst>
            <a:gd name="adj1" fmla="val 16120"/>
            <a:gd name="adj2" fmla="val 16110"/>
          </a:avLst>
        </a:prstGeom>
        <a:gradFill rotWithShape="0">
          <a:gsLst>
            <a:gs pos="0">
              <a:schemeClr val="accent6">
                <a:shade val="50000"/>
                <a:hueOff val="110898"/>
                <a:satOff val="-8697"/>
                <a:lumOff val="12632"/>
                <a:alphaOff val="0"/>
                <a:satMod val="103000"/>
                <a:lumMod val="102000"/>
                <a:tint val="94000"/>
              </a:schemeClr>
            </a:gs>
            <a:gs pos="50000">
              <a:schemeClr val="accent6">
                <a:shade val="50000"/>
                <a:hueOff val="110898"/>
                <a:satOff val="-8697"/>
                <a:lumOff val="12632"/>
                <a:alphaOff val="0"/>
                <a:satMod val="110000"/>
                <a:lumMod val="100000"/>
                <a:shade val="100000"/>
              </a:schemeClr>
            </a:gs>
            <a:gs pos="100000">
              <a:schemeClr val="accent6">
                <a:shade val="50000"/>
                <a:hueOff val="110898"/>
                <a:satOff val="-8697"/>
                <a:lumOff val="12632"/>
                <a:alphaOff val="0"/>
                <a:lumMod val="99000"/>
                <a:satMod val="120000"/>
                <a:shade val="78000"/>
              </a:schemeClr>
            </a:gs>
          </a:gsLst>
          <a:lin ang="5400000" scaled="0"/>
        </a:gradFill>
        <a:ln w="12700" cap="flat" cmpd="sng" algn="ctr">
          <a:solidFill>
            <a:schemeClr val="accent6">
              <a:shade val="50000"/>
              <a:hueOff val="110898"/>
              <a:satOff val="-8697"/>
              <a:lumOff val="1263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59204C74-F9B4-40B1-A870-9CF11C18AC5B}">
      <dsp:nvSpPr>
        <dsp:cNvPr id="0" name=""/>
        <dsp:cNvSpPr/>
      </dsp:nvSpPr>
      <dsp:spPr>
        <a:xfrm>
          <a:off x="1570456" y="2546258"/>
          <a:ext cx="1176070" cy="1030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ctr" defTabSz="488950">
            <a:lnSpc>
              <a:spcPct val="90000"/>
            </a:lnSpc>
            <a:spcBef>
              <a:spcPct val="0"/>
            </a:spcBef>
            <a:spcAft>
              <a:spcPct val="35000"/>
            </a:spcAft>
            <a:buNone/>
          </a:pPr>
          <a:r>
            <a:rPr lang="en-ZA" sz="1100" b="1" kern="1200" dirty="0"/>
            <a:t>Filling Missing Values</a:t>
          </a:r>
          <a:r>
            <a:rPr lang="en-ZA" sz="1100" kern="1200" dirty="0"/>
            <a:t>: Replaced </a:t>
          </a:r>
          <a:r>
            <a:rPr lang="en-ZA" sz="1100" kern="1200" dirty="0" err="1"/>
            <a:t>NaNs</a:t>
          </a:r>
          <a:r>
            <a:rPr lang="en-ZA" sz="1100" kern="1200" dirty="0"/>
            <a:t> with column means.</a:t>
          </a:r>
        </a:p>
      </dsp:txBody>
      <dsp:txXfrm>
        <a:off x="1570456" y="2546258"/>
        <a:ext cx="1176070" cy="1030894"/>
      </dsp:txXfrm>
    </dsp:sp>
    <dsp:sp modelId="{7DCC2738-3AE1-49B5-B8A6-5E27D7CA93BC}">
      <dsp:nvSpPr>
        <dsp:cNvPr id="0" name=""/>
        <dsp:cNvSpPr/>
      </dsp:nvSpPr>
      <dsp:spPr>
        <a:xfrm>
          <a:off x="2524626" y="2061131"/>
          <a:ext cx="221900" cy="221900"/>
        </a:xfrm>
        <a:prstGeom prst="triangle">
          <a:avLst>
            <a:gd name="adj" fmla="val 100000"/>
          </a:avLst>
        </a:prstGeom>
        <a:gradFill rotWithShape="0">
          <a:gsLst>
            <a:gs pos="0">
              <a:schemeClr val="accent6">
                <a:shade val="50000"/>
                <a:hueOff val="166347"/>
                <a:satOff val="-13045"/>
                <a:lumOff val="18948"/>
                <a:alphaOff val="0"/>
                <a:satMod val="103000"/>
                <a:lumMod val="102000"/>
                <a:tint val="94000"/>
              </a:schemeClr>
            </a:gs>
            <a:gs pos="50000">
              <a:schemeClr val="accent6">
                <a:shade val="50000"/>
                <a:hueOff val="166347"/>
                <a:satOff val="-13045"/>
                <a:lumOff val="18948"/>
                <a:alphaOff val="0"/>
                <a:satMod val="110000"/>
                <a:lumMod val="100000"/>
                <a:shade val="100000"/>
              </a:schemeClr>
            </a:gs>
            <a:gs pos="100000">
              <a:schemeClr val="accent6">
                <a:shade val="50000"/>
                <a:hueOff val="166347"/>
                <a:satOff val="-13045"/>
                <a:lumOff val="18948"/>
                <a:alphaOff val="0"/>
                <a:lumMod val="99000"/>
                <a:satMod val="120000"/>
                <a:shade val="78000"/>
              </a:schemeClr>
            </a:gs>
          </a:gsLst>
          <a:lin ang="5400000" scaled="0"/>
        </a:gradFill>
        <a:ln w="12700" cap="flat" cmpd="sng" algn="ctr">
          <a:solidFill>
            <a:schemeClr val="accent6">
              <a:shade val="50000"/>
              <a:hueOff val="166347"/>
              <a:satOff val="-13045"/>
              <a:lumOff val="18948"/>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7E8D5348-283B-4D92-AAE3-2269B07936F4}">
      <dsp:nvSpPr>
        <dsp:cNvPr id="0" name=""/>
        <dsp:cNvSpPr/>
      </dsp:nvSpPr>
      <dsp:spPr>
        <a:xfrm rot="5400000">
          <a:off x="3140877" y="1800771"/>
          <a:ext cx="782873" cy="1302683"/>
        </a:xfrm>
        <a:prstGeom prst="corner">
          <a:avLst>
            <a:gd name="adj1" fmla="val 16120"/>
            <a:gd name="adj2" fmla="val 16110"/>
          </a:avLst>
        </a:prstGeom>
        <a:gradFill rotWithShape="0">
          <a:gsLst>
            <a:gs pos="0">
              <a:schemeClr val="accent6">
                <a:shade val="50000"/>
                <a:hueOff val="221796"/>
                <a:satOff val="-17393"/>
                <a:lumOff val="25263"/>
                <a:alphaOff val="0"/>
                <a:satMod val="103000"/>
                <a:lumMod val="102000"/>
                <a:tint val="94000"/>
              </a:schemeClr>
            </a:gs>
            <a:gs pos="50000">
              <a:schemeClr val="accent6">
                <a:shade val="50000"/>
                <a:hueOff val="221796"/>
                <a:satOff val="-17393"/>
                <a:lumOff val="25263"/>
                <a:alphaOff val="0"/>
                <a:satMod val="110000"/>
                <a:lumMod val="100000"/>
                <a:shade val="100000"/>
              </a:schemeClr>
            </a:gs>
            <a:gs pos="100000">
              <a:schemeClr val="accent6">
                <a:shade val="50000"/>
                <a:hueOff val="221796"/>
                <a:satOff val="-17393"/>
                <a:lumOff val="25263"/>
                <a:alphaOff val="0"/>
                <a:lumMod val="99000"/>
                <a:satMod val="120000"/>
                <a:shade val="78000"/>
              </a:schemeClr>
            </a:gs>
          </a:gsLst>
          <a:lin ang="5400000" scaled="0"/>
        </a:gradFill>
        <a:ln w="12700" cap="flat" cmpd="sng" algn="ctr">
          <a:solidFill>
            <a:schemeClr val="accent6">
              <a:shade val="50000"/>
              <a:hueOff val="221796"/>
              <a:satOff val="-17393"/>
              <a:lumOff val="25263"/>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C944546-F54B-4063-A59B-931AD5267B58}">
      <dsp:nvSpPr>
        <dsp:cNvPr id="0" name=""/>
        <dsp:cNvSpPr/>
      </dsp:nvSpPr>
      <dsp:spPr>
        <a:xfrm>
          <a:off x="3010196" y="2189993"/>
          <a:ext cx="1176070" cy="1030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ctr" defTabSz="488950">
            <a:lnSpc>
              <a:spcPct val="90000"/>
            </a:lnSpc>
            <a:spcBef>
              <a:spcPct val="0"/>
            </a:spcBef>
            <a:spcAft>
              <a:spcPct val="35000"/>
            </a:spcAft>
            <a:buNone/>
          </a:pPr>
          <a:r>
            <a:rPr lang="en-ZA" sz="1100" kern="1200" dirty="0"/>
            <a:t>Removed duplicate entries </a:t>
          </a:r>
        </a:p>
      </dsp:txBody>
      <dsp:txXfrm>
        <a:off x="3010196" y="2189993"/>
        <a:ext cx="1176070" cy="1030894"/>
      </dsp:txXfrm>
    </dsp:sp>
    <dsp:sp modelId="{7E643548-5DCD-42D1-B5E8-3E3BD0BB6479}">
      <dsp:nvSpPr>
        <dsp:cNvPr id="0" name=""/>
        <dsp:cNvSpPr/>
      </dsp:nvSpPr>
      <dsp:spPr>
        <a:xfrm>
          <a:off x="3964366" y="1704866"/>
          <a:ext cx="221900" cy="221900"/>
        </a:xfrm>
        <a:prstGeom prst="triangle">
          <a:avLst>
            <a:gd name="adj" fmla="val 100000"/>
          </a:avLst>
        </a:prstGeom>
        <a:gradFill rotWithShape="0">
          <a:gsLst>
            <a:gs pos="0">
              <a:schemeClr val="accent6">
                <a:shade val="50000"/>
                <a:hueOff val="277245"/>
                <a:satOff val="-21741"/>
                <a:lumOff val="31579"/>
                <a:alphaOff val="0"/>
                <a:satMod val="103000"/>
                <a:lumMod val="102000"/>
                <a:tint val="94000"/>
              </a:schemeClr>
            </a:gs>
            <a:gs pos="50000">
              <a:schemeClr val="accent6">
                <a:shade val="50000"/>
                <a:hueOff val="277245"/>
                <a:satOff val="-21741"/>
                <a:lumOff val="31579"/>
                <a:alphaOff val="0"/>
                <a:satMod val="110000"/>
                <a:lumMod val="100000"/>
                <a:shade val="100000"/>
              </a:schemeClr>
            </a:gs>
            <a:gs pos="100000">
              <a:schemeClr val="accent6">
                <a:shade val="50000"/>
                <a:hueOff val="277245"/>
                <a:satOff val="-21741"/>
                <a:lumOff val="31579"/>
                <a:alphaOff val="0"/>
                <a:lumMod val="99000"/>
                <a:satMod val="120000"/>
                <a:shade val="78000"/>
              </a:schemeClr>
            </a:gs>
          </a:gsLst>
          <a:lin ang="5400000" scaled="0"/>
        </a:gradFill>
        <a:ln w="12700" cap="flat" cmpd="sng" algn="ctr">
          <a:solidFill>
            <a:schemeClr val="accent6">
              <a:shade val="50000"/>
              <a:hueOff val="277245"/>
              <a:satOff val="-21741"/>
              <a:lumOff val="3157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10CAD734-EFE7-412A-B437-CD8D96D5387A}">
      <dsp:nvSpPr>
        <dsp:cNvPr id="0" name=""/>
        <dsp:cNvSpPr/>
      </dsp:nvSpPr>
      <dsp:spPr>
        <a:xfrm rot="5400000">
          <a:off x="4580616" y="1444506"/>
          <a:ext cx="782873" cy="1302683"/>
        </a:xfrm>
        <a:prstGeom prst="corner">
          <a:avLst>
            <a:gd name="adj1" fmla="val 16120"/>
            <a:gd name="adj2" fmla="val 16110"/>
          </a:avLst>
        </a:prstGeom>
        <a:solidFill>
          <a:srgbClr val="006341"/>
        </a:solidFill>
        <a:ln w="12700" cap="flat" cmpd="sng" algn="ctr">
          <a:solidFill>
            <a:schemeClr val="accent6">
              <a:shade val="50000"/>
              <a:hueOff val="332694"/>
              <a:satOff val="-26090"/>
              <a:lumOff val="37895"/>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B2E57CA8-B5F8-4826-99DA-261D2E509A3F}">
      <dsp:nvSpPr>
        <dsp:cNvPr id="0" name=""/>
        <dsp:cNvSpPr/>
      </dsp:nvSpPr>
      <dsp:spPr>
        <a:xfrm>
          <a:off x="4449935" y="1833728"/>
          <a:ext cx="1176070" cy="1030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ctr" defTabSz="488950">
            <a:lnSpc>
              <a:spcPct val="90000"/>
            </a:lnSpc>
            <a:spcBef>
              <a:spcPct val="0"/>
            </a:spcBef>
            <a:spcAft>
              <a:spcPct val="35000"/>
            </a:spcAft>
            <a:buNone/>
          </a:pPr>
          <a:r>
            <a:rPr lang="en-ZA" sz="1100" kern="1200" dirty="0"/>
            <a:t>Handled missing values </a:t>
          </a:r>
        </a:p>
      </dsp:txBody>
      <dsp:txXfrm>
        <a:off x="4449935" y="1833728"/>
        <a:ext cx="1176070" cy="1030894"/>
      </dsp:txXfrm>
    </dsp:sp>
    <dsp:sp modelId="{CC6E747C-4329-4DE8-A112-7796E6B26081}">
      <dsp:nvSpPr>
        <dsp:cNvPr id="0" name=""/>
        <dsp:cNvSpPr/>
      </dsp:nvSpPr>
      <dsp:spPr>
        <a:xfrm>
          <a:off x="5404105" y="1348601"/>
          <a:ext cx="221900" cy="221900"/>
        </a:xfrm>
        <a:prstGeom prst="triangle">
          <a:avLst>
            <a:gd name="adj" fmla="val 100000"/>
          </a:avLst>
        </a:prstGeom>
        <a:solidFill>
          <a:srgbClr val="006341"/>
        </a:solidFill>
        <a:ln w="12700" cap="flat" cmpd="sng" algn="ctr">
          <a:solidFill>
            <a:schemeClr val="accent6">
              <a:shade val="50000"/>
              <a:hueOff val="388143"/>
              <a:satOff val="-30438"/>
              <a:lumOff val="44211"/>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43D94316-C1C5-4512-9D7F-DE64EC89F2FF}">
      <dsp:nvSpPr>
        <dsp:cNvPr id="0" name=""/>
        <dsp:cNvSpPr/>
      </dsp:nvSpPr>
      <dsp:spPr>
        <a:xfrm rot="5400000">
          <a:off x="6020356" y="1088241"/>
          <a:ext cx="782873" cy="1302683"/>
        </a:xfrm>
        <a:prstGeom prst="corner">
          <a:avLst>
            <a:gd name="adj1" fmla="val 16120"/>
            <a:gd name="adj2" fmla="val 16110"/>
          </a:avLst>
        </a:prstGeom>
        <a:solidFill>
          <a:srgbClr val="006341"/>
        </a:solidFill>
        <a:ln w="12700" cap="flat" cmpd="sng" algn="ctr">
          <a:solidFill>
            <a:schemeClr val="accent6">
              <a:shade val="50000"/>
              <a:hueOff val="388143"/>
              <a:satOff val="-30438"/>
              <a:lumOff val="44211"/>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FA39C202-85B8-453F-BCF8-86105382E661}">
      <dsp:nvSpPr>
        <dsp:cNvPr id="0" name=""/>
        <dsp:cNvSpPr/>
      </dsp:nvSpPr>
      <dsp:spPr>
        <a:xfrm>
          <a:off x="5889675" y="1477463"/>
          <a:ext cx="1176070" cy="1030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ctr" defTabSz="488950">
            <a:lnSpc>
              <a:spcPct val="90000"/>
            </a:lnSpc>
            <a:spcBef>
              <a:spcPct val="0"/>
            </a:spcBef>
            <a:spcAft>
              <a:spcPct val="35000"/>
            </a:spcAft>
            <a:buNone/>
          </a:pPr>
          <a:r>
            <a:rPr lang="en-ZA" sz="1100" b="1" kern="1200" dirty="0"/>
            <a:t>Filtering Data</a:t>
          </a:r>
          <a:r>
            <a:rPr lang="en-ZA" sz="1100" kern="1200" dirty="0"/>
            <a:t>: Selected specific data based on conditions..</a:t>
          </a:r>
        </a:p>
      </dsp:txBody>
      <dsp:txXfrm>
        <a:off x="5889675" y="1477463"/>
        <a:ext cx="1176070" cy="1030894"/>
      </dsp:txXfrm>
    </dsp:sp>
    <dsp:sp modelId="{C7747AFB-FB4A-4D25-B17D-13F6A397184C}">
      <dsp:nvSpPr>
        <dsp:cNvPr id="0" name=""/>
        <dsp:cNvSpPr/>
      </dsp:nvSpPr>
      <dsp:spPr>
        <a:xfrm>
          <a:off x="6843845" y="992336"/>
          <a:ext cx="221900" cy="221900"/>
        </a:xfrm>
        <a:prstGeom prst="triangle">
          <a:avLst>
            <a:gd name="adj" fmla="val 100000"/>
          </a:avLst>
        </a:prstGeom>
        <a:solidFill>
          <a:srgbClr val="006341"/>
        </a:solidFill>
        <a:ln w="12700" cap="flat" cmpd="sng" algn="ctr">
          <a:solidFill>
            <a:schemeClr val="accent6">
              <a:shade val="50000"/>
              <a:hueOff val="332694"/>
              <a:satOff val="-26090"/>
              <a:lumOff val="37895"/>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31514AAE-C871-46DA-998A-C6043B48CC5C}">
      <dsp:nvSpPr>
        <dsp:cNvPr id="0" name=""/>
        <dsp:cNvSpPr/>
      </dsp:nvSpPr>
      <dsp:spPr>
        <a:xfrm rot="5400000">
          <a:off x="7460095" y="731976"/>
          <a:ext cx="782873" cy="1302683"/>
        </a:xfrm>
        <a:prstGeom prst="corner">
          <a:avLst>
            <a:gd name="adj1" fmla="val 16120"/>
            <a:gd name="adj2" fmla="val 16110"/>
          </a:avLst>
        </a:prstGeom>
        <a:solidFill>
          <a:srgbClr val="006341"/>
        </a:solidFill>
        <a:ln w="12700" cap="flat" cmpd="sng" algn="ctr">
          <a:solidFill>
            <a:schemeClr val="accent6">
              <a:shade val="50000"/>
              <a:hueOff val="277245"/>
              <a:satOff val="-21741"/>
              <a:lumOff val="3157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46E61FCF-C72A-465E-84D4-BAC5FA64387C}">
      <dsp:nvSpPr>
        <dsp:cNvPr id="0" name=""/>
        <dsp:cNvSpPr/>
      </dsp:nvSpPr>
      <dsp:spPr>
        <a:xfrm>
          <a:off x="7329414" y="1121198"/>
          <a:ext cx="1176070" cy="1030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ctr" defTabSz="488950">
            <a:lnSpc>
              <a:spcPct val="90000"/>
            </a:lnSpc>
            <a:spcBef>
              <a:spcPct val="0"/>
            </a:spcBef>
            <a:spcAft>
              <a:spcPct val="35000"/>
            </a:spcAft>
            <a:buNone/>
          </a:pPr>
          <a:r>
            <a:rPr lang="en-ZA" sz="1100" b="1" kern="1200" dirty="0"/>
            <a:t>Column Names</a:t>
          </a:r>
          <a:r>
            <a:rPr lang="en-ZA" sz="1100" kern="1200" dirty="0"/>
            <a:t>: Checked and displayed column names.</a:t>
          </a:r>
        </a:p>
        <a:p>
          <a:pPr marL="57150" lvl="1" indent="-57150" algn="l" defTabSz="400050">
            <a:lnSpc>
              <a:spcPct val="90000"/>
            </a:lnSpc>
            <a:spcBef>
              <a:spcPct val="0"/>
            </a:spcBef>
            <a:spcAft>
              <a:spcPct val="15000"/>
            </a:spcAft>
            <a:buChar char="•"/>
          </a:pPr>
          <a:endParaRPr lang="en-ZA" sz="900" kern="1200" dirty="0"/>
        </a:p>
      </dsp:txBody>
      <dsp:txXfrm>
        <a:off x="7329414" y="1121198"/>
        <a:ext cx="1176070" cy="1030894"/>
      </dsp:txXfrm>
    </dsp:sp>
    <dsp:sp modelId="{FC662DEE-5164-4027-8403-580EF75E8B6B}">
      <dsp:nvSpPr>
        <dsp:cNvPr id="0" name=""/>
        <dsp:cNvSpPr/>
      </dsp:nvSpPr>
      <dsp:spPr>
        <a:xfrm>
          <a:off x="8283585" y="636071"/>
          <a:ext cx="221900" cy="221900"/>
        </a:xfrm>
        <a:prstGeom prst="triangle">
          <a:avLst>
            <a:gd name="adj" fmla="val 100000"/>
          </a:avLst>
        </a:prstGeom>
        <a:solidFill>
          <a:srgbClr val="006341"/>
        </a:solidFill>
        <a:ln w="12700" cap="flat" cmpd="sng" algn="ctr">
          <a:solidFill>
            <a:schemeClr val="accent6">
              <a:shade val="50000"/>
              <a:hueOff val="221796"/>
              <a:satOff val="-17393"/>
              <a:lumOff val="25263"/>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988F3964-4B00-4036-AE9E-F9B860540E66}">
      <dsp:nvSpPr>
        <dsp:cNvPr id="0" name=""/>
        <dsp:cNvSpPr/>
      </dsp:nvSpPr>
      <dsp:spPr>
        <a:xfrm rot="5400000">
          <a:off x="8899835" y="375711"/>
          <a:ext cx="782873" cy="1302683"/>
        </a:xfrm>
        <a:prstGeom prst="corner">
          <a:avLst>
            <a:gd name="adj1" fmla="val 16120"/>
            <a:gd name="adj2" fmla="val 16110"/>
          </a:avLst>
        </a:prstGeom>
        <a:solidFill>
          <a:srgbClr val="006341"/>
        </a:solidFill>
        <a:ln w="12700" cap="flat" cmpd="sng" algn="ctr">
          <a:solidFill>
            <a:schemeClr val="accent6">
              <a:shade val="50000"/>
              <a:hueOff val="166347"/>
              <a:satOff val="-13045"/>
              <a:lumOff val="18948"/>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3EF30545-327F-4C74-96F6-687B2A2E5A8C}">
      <dsp:nvSpPr>
        <dsp:cNvPr id="0" name=""/>
        <dsp:cNvSpPr/>
      </dsp:nvSpPr>
      <dsp:spPr>
        <a:xfrm>
          <a:off x="8769154" y="764933"/>
          <a:ext cx="1176070" cy="1030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ctr" defTabSz="488950">
            <a:lnSpc>
              <a:spcPct val="90000"/>
            </a:lnSpc>
            <a:spcBef>
              <a:spcPct val="0"/>
            </a:spcBef>
            <a:spcAft>
              <a:spcPct val="35000"/>
            </a:spcAft>
            <a:buNone/>
          </a:pPr>
          <a:r>
            <a:rPr lang="en-ZA" sz="1100" b="1" kern="1200" dirty="0"/>
            <a:t>Initial Data Display</a:t>
          </a:r>
          <a:r>
            <a:rPr lang="en-ZA" sz="1100" kern="1200" dirty="0"/>
            <a:t>: Showed the first few rows for a quick overview.</a:t>
          </a:r>
        </a:p>
      </dsp:txBody>
      <dsp:txXfrm>
        <a:off x="8769154" y="764933"/>
        <a:ext cx="1176070" cy="1030894"/>
      </dsp:txXfrm>
    </dsp:sp>
    <dsp:sp modelId="{6794512D-4796-4C65-8A6C-86059E215CE1}">
      <dsp:nvSpPr>
        <dsp:cNvPr id="0" name=""/>
        <dsp:cNvSpPr/>
      </dsp:nvSpPr>
      <dsp:spPr>
        <a:xfrm>
          <a:off x="9723324" y="279806"/>
          <a:ext cx="221900" cy="221900"/>
        </a:xfrm>
        <a:prstGeom prst="triangle">
          <a:avLst>
            <a:gd name="adj" fmla="val 100000"/>
          </a:avLst>
        </a:prstGeom>
        <a:solidFill>
          <a:srgbClr val="006341"/>
        </a:solidFill>
        <a:ln w="12700" cap="flat" cmpd="sng" algn="ctr">
          <a:solidFill>
            <a:schemeClr val="accent6">
              <a:shade val="50000"/>
              <a:hueOff val="110898"/>
              <a:satOff val="-8697"/>
              <a:lumOff val="1263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11E34809-34EF-409F-8A0B-E5C9D0C83CC3}">
      <dsp:nvSpPr>
        <dsp:cNvPr id="0" name=""/>
        <dsp:cNvSpPr/>
      </dsp:nvSpPr>
      <dsp:spPr>
        <a:xfrm rot="5400000">
          <a:off x="10339575" y="19446"/>
          <a:ext cx="782873" cy="1302683"/>
        </a:xfrm>
        <a:prstGeom prst="corner">
          <a:avLst>
            <a:gd name="adj1" fmla="val 16120"/>
            <a:gd name="adj2" fmla="val 16110"/>
          </a:avLst>
        </a:prstGeom>
        <a:solidFill>
          <a:srgbClr val="006341"/>
        </a:solidFill>
        <a:ln w="12700" cap="flat" cmpd="sng" algn="ctr">
          <a:solidFill>
            <a:schemeClr val="accent6">
              <a:shade val="50000"/>
              <a:hueOff val="55449"/>
              <a:satOff val="-4348"/>
              <a:lumOff val="6316"/>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A0634A9E-57AD-44EE-B562-C78980496651}">
      <dsp:nvSpPr>
        <dsp:cNvPr id="0" name=""/>
        <dsp:cNvSpPr/>
      </dsp:nvSpPr>
      <dsp:spPr>
        <a:xfrm>
          <a:off x="10208894" y="408668"/>
          <a:ext cx="1176070" cy="1030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ctr" defTabSz="488950">
            <a:lnSpc>
              <a:spcPct val="90000"/>
            </a:lnSpc>
            <a:spcBef>
              <a:spcPct val="0"/>
            </a:spcBef>
            <a:spcAft>
              <a:spcPct val="35000"/>
            </a:spcAft>
            <a:buNone/>
          </a:pPr>
          <a:r>
            <a:rPr lang="en-ZA" sz="1100" b="1" kern="1200" dirty="0"/>
            <a:t>Loading the Dataset</a:t>
          </a:r>
          <a:r>
            <a:rPr lang="en-ZA" sz="1100" kern="1200" dirty="0"/>
            <a:t>: Imported the data into a dataframe</a:t>
          </a:r>
        </a:p>
      </dsp:txBody>
      <dsp:txXfrm>
        <a:off x="10208894" y="408668"/>
        <a:ext cx="1176070" cy="1030894"/>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A8D5F-E3EC-9F36-B709-8B4F53CB4C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3BB86C10-A2F7-F1CD-63AE-CE2C522A56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DBA7C650-1B08-3C62-96C1-1344DB1DC7D2}"/>
              </a:ext>
            </a:extLst>
          </p:cNvPr>
          <p:cNvSpPr>
            <a:spLocks noGrp="1"/>
          </p:cNvSpPr>
          <p:nvPr>
            <p:ph type="dt" sz="half" idx="10"/>
          </p:nvPr>
        </p:nvSpPr>
        <p:spPr/>
        <p:txBody>
          <a:bodyPr/>
          <a:lstStyle/>
          <a:p>
            <a:fld id="{0F5D369D-9B03-4706-9220-A03792A1BDF5}" type="datetimeFigureOut">
              <a:rPr lang="en-ZA" smtClean="0"/>
              <a:t>2025/10/09</a:t>
            </a:fld>
            <a:endParaRPr lang="en-ZA"/>
          </a:p>
        </p:txBody>
      </p:sp>
      <p:sp>
        <p:nvSpPr>
          <p:cNvPr id="5" name="Footer Placeholder 4">
            <a:extLst>
              <a:ext uri="{FF2B5EF4-FFF2-40B4-BE49-F238E27FC236}">
                <a16:creationId xmlns:a16="http://schemas.microsoft.com/office/drawing/2014/main" id="{49AAF32A-F68B-4616-F712-D81A9E78E6A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0C563BCB-9976-D0C3-6B7F-1676ABB87EB2}"/>
              </a:ext>
            </a:extLst>
          </p:cNvPr>
          <p:cNvSpPr>
            <a:spLocks noGrp="1"/>
          </p:cNvSpPr>
          <p:nvPr>
            <p:ph type="sldNum" sz="quarter" idx="12"/>
          </p:nvPr>
        </p:nvSpPr>
        <p:spPr/>
        <p:txBody>
          <a:bodyPr/>
          <a:lstStyle/>
          <a:p>
            <a:fld id="{3DEE7B97-A021-4B7B-8AD3-E07B6D1F42EC}" type="slidenum">
              <a:rPr lang="en-ZA" smtClean="0"/>
              <a:t>‹#›</a:t>
            </a:fld>
            <a:endParaRPr lang="en-ZA"/>
          </a:p>
        </p:txBody>
      </p:sp>
    </p:spTree>
    <p:extLst>
      <p:ext uri="{BB962C8B-B14F-4D97-AF65-F5344CB8AC3E}">
        <p14:creationId xmlns:p14="http://schemas.microsoft.com/office/powerpoint/2010/main" val="4150823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29408-008C-14EA-C7F0-DA8125855D41}"/>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364C7F02-E51A-5750-DB6B-DA5CE88235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34B4139-723C-983A-4FEB-FF3D6409004E}"/>
              </a:ext>
            </a:extLst>
          </p:cNvPr>
          <p:cNvSpPr>
            <a:spLocks noGrp="1"/>
          </p:cNvSpPr>
          <p:nvPr>
            <p:ph type="dt" sz="half" idx="10"/>
          </p:nvPr>
        </p:nvSpPr>
        <p:spPr/>
        <p:txBody>
          <a:bodyPr/>
          <a:lstStyle/>
          <a:p>
            <a:fld id="{0F5D369D-9B03-4706-9220-A03792A1BDF5}" type="datetimeFigureOut">
              <a:rPr lang="en-ZA" smtClean="0"/>
              <a:t>2025/10/09</a:t>
            </a:fld>
            <a:endParaRPr lang="en-ZA"/>
          </a:p>
        </p:txBody>
      </p:sp>
      <p:sp>
        <p:nvSpPr>
          <p:cNvPr id="5" name="Footer Placeholder 4">
            <a:extLst>
              <a:ext uri="{FF2B5EF4-FFF2-40B4-BE49-F238E27FC236}">
                <a16:creationId xmlns:a16="http://schemas.microsoft.com/office/drawing/2014/main" id="{7AC59F2D-B25E-4E98-86DC-886D4C642F5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DFF9988-8FC7-DA4F-7E28-0EAEFC8EEB59}"/>
              </a:ext>
            </a:extLst>
          </p:cNvPr>
          <p:cNvSpPr>
            <a:spLocks noGrp="1"/>
          </p:cNvSpPr>
          <p:nvPr>
            <p:ph type="sldNum" sz="quarter" idx="12"/>
          </p:nvPr>
        </p:nvSpPr>
        <p:spPr/>
        <p:txBody>
          <a:bodyPr/>
          <a:lstStyle/>
          <a:p>
            <a:fld id="{3DEE7B97-A021-4B7B-8AD3-E07B6D1F42EC}" type="slidenum">
              <a:rPr lang="en-ZA" smtClean="0"/>
              <a:t>‹#›</a:t>
            </a:fld>
            <a:endParaRPr lang="en-ZA"/>
          </a:p>
        </p:txBody>
      </p:sp>
    </p:spTree>
    <p:extLst>
      <p:ext uri="{BB962C8B-B14F-4D97-AF65-F5344CB8AC3E}">
        <p14:creationId xmlns:p14="http://schemas.microsoft.com/office/powerpoint/2010/main" val="423110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1F7A-5666-B153-DDE9-DFD5CAD0BE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8E22E0A6-A57B-F112-7946-9A38E5BAC59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8ADB55-EA28-3B61-4A7F-78B0087E7E0B}"/>
              </a:ext>
            </a:extLst>
          </p:cNvPr>
          <p:cNvSpPr>
            <a:spLocks noGrp="1"/>
          </p:cNvSpPr>
          <p:nvPr>
            <p:ph type="dt" sz="half" idx="10"/>
          </p:nvPr>
        </p:nvSpPr>
        <p:spPr/>
        <p:txBody>
          <a:bodyPr/>
          <a:lstStyle/>
          <a:p>
            <a:fld id="{0F5D369D-9B03-4706-9220-A03792A1BDF5}" type="datetimeFigureOut">
              <a:rPr lang="en-ZA" smtClean="0"/>
              <a:t>2025/10/09</a:t>
            </a:fld>
            <a:endParaRPr lang="en-ZA"/>
          </a:p>
        </p:txBody>
      </p:sp>
      <p:sp>
        <p:nvSpPr>
          <p:cNvPr id="5" name="Footer Placeholder 4">
            <a:extLst>
              <a:ext uri="{FF2B5EF4-FFF2-40B4-BE49-F238E27FC236}">
                <a16:creationId xmlns:a16="http://schemas.microsoft.com/office/drawing/2014/main" id="{8B23B625-FB9E-DABD-82F2-394F3DE2F69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E8BA897-2A99-9B80-A2FB-F77DB9221461}"/>
              </a:ext>
            </a:extLst>
          </p:cNvPr>
          <p:cNvSpPr>
            <a:spLocks noGrp="1"/>
          </p:cNvSpPr>
          <p:nvPr>
            <p:ph type="sldNum" sz="quarter" idx="12"/>
          </p:nvPr>
        </p:nvSpPr>
        <p:spPr/>
        <p:txBody>
          <a:bodyPr/>
          <a:lstStyle/>
          <a:p>
            <a:fld id="{3DEE7B97-A021-4B7B-8AD3-E07B6D1F42EC}" type="slidenum">
              <a:rPr lang="en-ZA" smtClean="0"/>
              <a:t>‹#›</a:t>
            </a:fld>
            <a:endParaRPr lang="en-ZA"/>
          </a:p>
        </p:txBody>
      </p:sp>
    </p:spTree>
    <p:extLst>
      <p:ext uri="{BB962C8B-B14F-4D97-AF65-F5344CB8AC3E}">
        <p14:creationId xmlns:p14="http://schemas.microsoft.com/office/powerpoint/2010/main" val="1045684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1D8C3-BB0B-3010-9839-2444CA4D567F}"/>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3CE7D72F-F7F2-58F1-269B-82AF2BFCCF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45097D00-0CEE-4C3E-1D11-216FDB1368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5BDD5624-AA8F-3E79-55AC-B758FD20F2EC}"/>
              </a:ext>
            </a:extLst>
          </p:cNvPr>
          <p:cNvSpPr>
            <a:spLocks noGrp="1"/>
          </p:cNvSpPr>
          <p:nvPr>
            <p:ph type="dt" sz="half" idx="10"/>
          </p:nvPr>
        </p:nvSpPr>
        <p:spPr/>
        <p:txBody>
          <a:bodyPr/>
          <a:lstStyle/>
          <a:p>
            <a:fld id="{0F5D369D-9B03-4706-9220-A03792A1BDF5}" type="datetimeFigureOut">
              <a:rPr lang="en-ZA" smtClean="0"/>
              <a:t>2025/10/09</a:t>
            </a:fld>
            <a:endParaRPr lang="en-ZA"/>
          </a:p>
        </p:txBody>
      </p:sp>
      <p:sp>
        <p:nvSpPr>
          <p:cNvPr id="6" name="Footer Placeholder 5">
            <a:extLst>
              <a:ext uri="{FF2B5EF4-FFF2-40B4-BE49-F238E27FC236}">
                <a16:creationId xmlns:a16="http://schemas.microsoft.com/office/drawing/2014/main" id="{DEB20CC6-82CC-B8A8-2136-5ACAA967E557}"/>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855DF067-3E8C-24CC-31B4-3138DCA1141B}"/>
              </a:ext>
            </a:extLst>
          </p:cNvPr>
          <p:cNvSpPr>
            <a:spLocks noGrp="1"/>
          </p:cNvSpPr>
          <p:nvPr>
            <p:ph type="sldNum" sz="quarter" idx="12"/>
          </p:nvPr>
        </p:nvSpPr>
        <p:spPr/>
        <p:txBody>
          <a:bodyPr/>
          <a:lstStyle/>
          <a:p>
            <a:fld id="{3DEE7B97-A021-4B7B-8AD3-E07B6D1F42EC}" type="slidenum">
              <a:rPr lang="en-ZA" smtClean="0"/>
              <a:t>‹#›</a:t>
            </a:fld>
            <a:endParaRPr lang="en-ZA"/>
          </a:p>
        </p:txBody>
      </p:sp>
    </p:spTree>
    <p:extLst>
      <p:ext uri="{BB962C8B-B14F-4D97-AF65-F5344CB8AC3E}">
        <p14:creationId xmlns:p14="http://schemas.microsoft.com/office/powerpoint/2010/main" val="2504610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54424-F97C-F219-AF63-056200FF01F7}"/>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6264A38E-373F-42AE-E6DB-0BDF55D6CF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C3861C-DD5B-9646-F58D-23EADE639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D87B7ACC-6A1D-899C-3111-97C67EE350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9DE024-1747-A23C-0DD8-ACF007C465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624FC88A-960A-B7BF-1694-051BB9C8F439}"/>
              </a:ext>
            </a:extLst>
          </p:cNvPr>
          <p:cNvSpPr>
            <a:spLocks noGrp="1"/>
          </p:cNvSpPr>
          <p:nvPr>
            <p:ph type="dt" sz="half" idx="10"/>
          </p:nvPr>
        </p:nvSpPr>
        <p:spPr/>
        <p:txBody>
          <a:bodyPr/>
          <a:lstStyle/>
          <a:p>
            <a:fld id="{0F5D369D-9B03-4706-9220-A03792A1BDF5}" type="datetimeFigureOut">
              <a:rPr lang="en-ZA" smtClean="0"/>
              <a:t>2025/10/09</a:t>
            </a:fld>
            <a:endParaRPr lang="en-ZA"/>
          </a:p>
        </p:txBody>
      </p:sp>
      <p:sp>
        <p:nvSpPr>
          <p:cNvPr id="8" name="Footer Placeholder 7">
            <a:extLst>
              <a:ext uri="{FF2B5EF4-FFF2-40B4-BE49-F238E27FC236}">
                <a16:creationId xmlns:a16="http://schemas.microsoft.com/office/drawing/2014/main" id="{7F647ACE-58FE-D0F0-CB41-764E250DD3FA}"/>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273DFD0B-97E1-481E-8A00-50C1C354E7D7}"/>
              </a:ext>
            </a:extLst>
          </p:cNvPr>
          <p:cNvSpPr>
            <a:spLocks noGrp="1"/>
          </p:cNvSpPr>
          <p:nvPr>
            <p:ph type="sldNum" sz="quarter" idx="12"/>
          </p:nvPr>
        </p:nvSpPr>
        <p:spPr/>
        <p:txBody>
          <a:bodyPr/>
          <a:lstStyle/>
          <a:p>
            <a:fld id="{3DEE7B97-A021-4B7B-8AD3-E07B6D1F42EC}" type="slidenum">
              <a:rPr lang="en-ZA" smtClean="0"/>
              <a:t>‹#›</a:t>
            </a:fld>
            <a:endParaRPr lang="en-ZA"/>
          </a:p>
        </p:txBody>
      </p:sp>
    </p:spTree>
    <p:extLst>
      <p:ext uri="{BB962C8B-B14F-4D97-AF65-F5344CB8AC3E}">
        <p14:creationId xmlns:p14="http://schemas.microsoft.com/office/powerpoint/2010/main" val="683066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AD1C8-E267-28AC-A286-39107BF829C7}"/>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69C038A5-F3B0-19D3-4487-AC338F53BE83}"/>
              </a:ext>
            </a:extLst>
          </p:cNvPr>
          <p:cNvSpPr>
            <a:spLocks noGrp="1"/>
          </p:cNvSpPr>
          <p:nvPr>
            <p:ph type="dt" sz="half" idx="10"/>
          </p:nvPr>
        </p:nvSpPr>
        <p:spPr/>
        <p:txBody>
          <a:bodyPr/>
          <a:lstStyle/>
          <a:p>
            <a:fld id="{0F5D369D-9B03-4706-9220-A03792A1BDF5}" type="datetimeFigureOut">
              <a:rPr lang="en-ZA" smtClean="0"/>
              <a:t>2025/10/09</a:t>
            </a:fld>
            <a:endParaRPr lang="en-ZA"/>
          </a:p>
        </p:txBody>
      </p:sp>
      <p:sp>
        <p:nvSpPr>
          <p:cNvPr id="4" name="Footer Placeholder 3">
            <a:extLst>
              <a:ext uri="{FF2B5EF4-FFF2-40B4-BE49-F238E27FC236}">
                <a16:creationId xmlns:a16="http://schemas.microsoft.com/office/drawing/2014/main" id="{039AEFFE-D53C-F958-72CC-A77F9D8FC7C7}"/>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5DFB546B-8C8B-1CC1-50B8-723DAF5D5C7B}"/>
              </a:ext>
            </a:extLst>
          </p:cNvPr>
          <p:cNvSpPr>
            <a:spLocks noGrp="1"/>
          </p:cNvSpPr>
          <p:nvPr>
            <p:ph type="sldNum" sz="quarter" idx="12"/>
          </p:nvPr>
        </p:nvSpPr>
        <p:spPr/>
        <p:txBody>
          <a:bodyPr/>
          <a:lstStyle/>
          <a:p>
            <a:fld id="{3DEE7B97-A021-4B7B-8AD3-E07B6D1F42EC}" type="slidenum">
              <a:rPr lang="en-ZA" smtClean="0"/>
              <a:t>‹#›</a:t>
            </a:fld>
            <a:endParaRPr lang="en-ZA"/>
          </a:p>
        </p:txBody>
      </p:sp>
    </p:spTree>
    <p:extLst>
      <p:ext uri="{BB962C8B-B14F-4D97-AF65-F5344CB8AC3E}">
        <p14:creationId xmlns:p14="http://schemas.microsoft.com/office/powerpoint/2010/main" val="244635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138C13-BA6C-D92D-5C8F-40C3785EAC38}"/>
              </a:ext>
            </a:extLst>
          </p:cNvPr>
          <p:cNvSpPr>
            <a:spLocks noGrp="1"/>
          </p:cNvSpPr>
          <p:nvPr>
            <p:ph type="dt" sz="half" idx="10"/>
          </p:nvPr>
        </p:nvSpPr>
        <p:spPr/>
        <p:txBody>
          <a:bodyPr/>
          <a:lstStyle/>
          <a:p>
            <a:fld id="{0F5D369D-9B03-4706-9220-A03792A1BDF5}" type="datetimeFigureOut">
              <a:rPr lang="en-ZA" smtClean="0"/>
              <a:t>2025/10/09</a:t>
            </a:fld>
            <a:endParaRPr lang="en-ZA"/>
          </a:p>
        </p:txBody>
      </p:sp>
      <p:sp>
        <p:nvSpPr>
          <p:cNvPr id="3" name="Footer Placeholder 2">
            <a:extLst>
              <a:ext uri="{FF2B5EF4-FFF2-40B4-BE49-F238E27FC236}">
                <a16:creationId xmlns:a16="http://schemas.microsoft.com/office/drawing/2014/main" id="{7F035DE4-A9C5-E011-E13D-D9519D1704C0}"/>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DC5B5455-91CE-F957-1068-2EE267C46A95}"/>
              </a:ext>
            </a:extLst>
          </p:cNvPr>
          <p:cNvSpPr>
            <a:spLocks noGrp="1"/>
          </p:cNvSpPr>
          <p:nvPr>
            <p:ph type="sldNum" sz="quarter" idx="12"/>
          </p:nvPr>
        </p:nvSpPr>
        <p:spPr/>
        <p:txBody>
          <a:bodyPr/>
          <a:lstStyle/>
          <a:p>
            <a:fld id="{3DEE7B97-A021-4B7B-8AD3-E07B6D1F42EC}" type="slidenum">
              <a:rPr lang="en-ZA" smtClean="0"/>
              <a:t>‹#›</a:t>
            </a:fld>
            <a:endParaRPr lang="en-ZA"/>
          </a:p>
        </p:txBody>
      </p:sp>
    </p:spTree>
    <p:extLst>
      <p:ext uri="{BB962C8B-B14F-4D97-AF65-F5344CB8AC3E}">
        <p14:creationId xmlns:p14="http://schemas.microsoft.com/office/powerpoint/2010/main" val="816028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8A8A2-5A93-4A9D-54A9-BB0F2833C2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191F67A3-FDAB-01A7-895B-97B8B8B690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26018667-FFD9-FED0-41BC-334419E8B3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DFCAFB-7056-FE09-0D27-7A64765D9CCF}"/>
              </a:ext>
            </a:extLst>
          </p:cNvPr>
          <p:cNvSpPr>
            <a:spLocks noGrp="1"/>
          </p:cNvSpPr>
          <p:nvPr>
            <p:ph type="dt" sz="half" idx="10"/>
          </p:nvPr>
        </p:nvSpPr>
        <p:spPr/>
        <p:txBody>
          <a:bodyPr/>
          <a:lstStyle/>
          <a:p>
            <a:fld id="{0F5D369D-9B03-4706-9220-A03792A1BDF5}" type="datetimeFigureOut">
              <a:rPr lang="en-ZA" smtClean="0"/>
              <a:t>2025/10/09</a:t>
            </a:fld>
            <a:endParaRPr lang="en-ZA"/>
          </a:p>
        </p:txBody>
      </p:sp>
      <p:sp>
        <p:nvSpPr>
          <p:cNvPr id="6" name="Footer Placeholder 5">
            <a:extLst>
              <a:ext uri="{FF2B5EF4-FFF2-40B4-BE49-F238E27FC236}">
                <a16:creationId xmlns:a16="http://schemas.microsoft.com/office/drawing/2014/main" id="{0942C62A-A561-9EFA-B5D4-6D7CA2C75A4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904F380C-3E21-6768-5148-84E0167D3FD3}"/>
              </a:ext>
            </a:extLst>
          </p:cNvPr>
          <p:cNvSpPr>
            <a:spLocks noGrp="1"/>
          </p:cNvSpPr>
          <p:nvPr>
            <p:ph type="sldNum" sz="quarter" idx="12"/>
          </p:nvPr>
        </p:nvSpPr>
        <p:spPr/>
        <p:txBody>
          <a:bodyPr/>
          <a:lstStyle/>
          <a:p>
            <a:fld id="{3DEE7B97-A021-4B7B-8AD3-E07B6D1F42EC}" type="slidenum">
              <a:rPr lang="en-ZA" smtClean="0"/>
              <a:t>‹#›</a:t>
            </a:fld>
            <a:endParaRPr lang="en-ZA"/>
          </a:p>
        </p:txBody>
      </p:sp>
    </p:spTree>
    <p:extLst>
      <p:ext uri="{BB962C8B-B14F-4D97-AF65-F5344CB8AC3E}">
        <p14:creationId xmlns:p14="http://schemas.microsoft.com/office/powerpoint/2010/main" val="3377650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4228D-2580-B0C1-4737-004D098BDD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7C0DBFDF-DF7B-D8B0-80EE-AC1080D98D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C0717962-CE51-DA6E-11B9-F63390D165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905E99-29AB-B28F-FCBD-9857DC6C65EB}"/>
              </a:ext>
            </a:extLst>
          </p:cNvPr>
          <p:cNvSpPr>
            <a:spLocks noGrp="1"/>
          </p:cNvSpPr>
          <p:nvPr>
            <p:ph type="dt" sz="half" idx="10"/>
          </p:nvPr>
        </p:nvSpPr>
        <p:spPr/>
        <p:txBody>
          <a:bodyPr/>
          <a:lstStyle/>
          <a:p>
            <a:fld id="{0F5D369D-9B03-4706-9220-A03792A1BDF5}" type="datetimeFigureOut">
              <a:rPr lang="en-ZA" smtClean="0"/>
              <a:t>2025/10/09</a:t>
            </a:fld>
            <a:endParaRPr lang="en-ZA"/>
          </a:p>
        </p:txBody>
      </p:sp>
      <p:sp>
        <p:nvSpPr>
          <p:cNvPr id="6" name="Footer Placeholder 5">
            <a:extLst>
              <a:ext uri="{FF2B5EF4-FFF2-40B4-BE49-F238E27FC236}">
                <a16:creationId xmlns:a16="http://schemas.microsoft.com/office/drawing/2014/main" id="{E4C3372F-6610-76E9-0FD4-FC338A2D9DEC}"/>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56093BD0-7460-6D2B-79D6-8D41AF48D94F}"/>
              </a:ext>
            </a:extLst>
          </p:cNvPr>
          <p:cNvSpPr>
            <a:spLocks noGrp="1"/>
          </p:cNvSpPr>
          <p:nvPr>
            <p:ph type="sldNum" sz="quarter" idx="12"/>
          </p:nvPr>
        </p:nvSpPr>
        <p:spPr/>
        <p:txBody>
          <a:bodyPr/>
          <a:lstStyle/>
          <a:p>
            <a:fld id="{3DEE7B97-A021-4B7B-8AD3-E07B6D1F42EC}" type="slidenum">
              <a:rPr lang="en-ZA" smtClean="0"/>
              <a:t>‹#›</a:t>
            </a:fld>
            <a:endParaRPr lang="en-ZA"/>
          </a:p>
        </p:txBody>
      </p:sp>
    </p:spTree>
    <p:extLst>
      <p:ext uri="{BB962C8B-B14F-4D97-AF65-F5344CB8AC3E}">
        <p14:creationId xmlns:p14="http://schemas.microsoft.com/office/powerpoint/2010/main" val="2719209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BE606-8F68-A974-9252-8C10B56BB727}"/>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865C26CC-C69C-6144-B10D-C1DCE3F2C5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3AA887FF-9005-4F1A-D010-22A5E90907E7}"/>
              </a:ext>
            </a:extLst>
          </p:cNvPr>
          <p:cNvSpPr>
            <a:spLocks noGrp="1"/>
          </p:cNvSpPr>
          <p:nvPr>
            <p:ph type="dt" sz="half" idx="10"/>
          </p:nvPr>
        </p:nvSpPr>
        <p:spPr/>
        <p:txBody>
          <a:bodyPr/>
          <a:lstStyle/>
          <a:p>
            <a:fld id="{0F5D369D-9B03-4706-9220-A03792A1BDF5}" type="datetimeFigureOut">
              <a:rPr lang="en-ZA" smtClean="0"/>
              <a:t>2025/10/09</a:t>
            </a:fld>
            <a:endParaRPr lang="en-ZA"/>
          </a:p>
        </p:txBody>
      </p:sp>
      <p:sp>
        <p:nvSpPr>
          <p:cNvPr id="5" name="Footer Placeholder 4">
            <a:extLst>
              <a:ext uri="{FF2B5EF4-FFF2-40B4-BE49-F238E27FC236}">
                <a16:creationId xmlns:a16="http://schemas.microsoft.com/office/drawing/2014/main" id="{2D3FDA11-7FCB-2FBF-FCD9-C2F3A7F8A4D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ABC606D-1012-282C-2841-48CF344541CD}"/>
              </a:ext>
            </a:extLst>
          </p:cNvPr>
          <p:cNvSpPr>
            <a:spLocks noGrp="1"/>
          </p:cNvSpPr>
          <p:nvPr>
            <p:ph type="sldNum" sz="quarter" idx="12"/>
          </p:nvPr>
        </p:nvSpPr>
        <p:spPr/>
        <p:txBody>
          <a:bodyPr/>
          <a:lstStyle/>
          <a:p>
            <a:fld id="{3DEE7B97-A021-4B7B-8AD3-E07B6D1F42EC}" type="slidenum">
              <a:rPr lang="en-ZA" smtClean="0"/>
              <a:t>‹#›</a:t>
            </a:fld>
            <a:endParaRPr lang="en-ZA"/>
          </a:p>
        </p:txBody>
      </p:sp>
    </p:spTree>
    <p:extLst>
      <p:ext uri="{BB962C8B-B14F-4D97-AF65-F5344CB8AC3E}">
        <p14:creationId xmlns:p14="http://schemas.microsoft.com/office/powerpoint/2010/main" val="3112220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C92787-1643-42B3-860E-FD5A269702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B57C68AC-64C4-0519-788E-609F756F8E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A658B72B-2E3B-A6C4-0E66-31D2EB5FFC35}"/>
              </a:ext>
            </a:extLst>
          </p:cNvPr>
          <p:cNvSpPr>
            <a:spLocks noGrp="1"/>
          </p:cNvSpPr>
          <p:nvPr>
            <p:ph type="dt" sz="half" idx="10"/>
          </p:nvPr>
        </p:nvSpPr>
        <p:spPr/>
        <p:txBody>
          <a:bodyPr/>
          <a:lstStyle/>
          <a:p>
            <a:fld id="{0F5D369D-9B03-4706-9220-A03792A1BDF5}" type="datetimeFigureOut">
              <a:rPr lang="en-ZA" smtClean="0"/>
              <a:t>2025/10/09</a:t>
            </a:fld>
            <a:endParaRPr lang="en-ZA"/>
          </a:p>
        </p:txBody>
      </p:sp>
      <p:sp>
        <p:nvSpPr>
          <p:cNvPr id="5" name="Footer Placeholder 4">
            <a:extLst>
              <a:ext uri="{FF2B5EF4-FFF2-40B4-BE49-F238E27FC236}">
                <a16:creationId xmlns:a16="http://schemas.microsoft.com/office/drawing/2014/main" id="{72C7F62B-EAC5-C0A7-ED86-20E2E867CF8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081F1BF2-A875-007A-E76C-43C1D438209A}"/>
              </a:ext>
            </a:extLst>
          </p:cNvPr>
          <p:cNvSpPr>
            <a:spLocks noGrp="1"/>
          </p:cNvSpPr>
          <p:nvPr>
            <p:ph type="sldNum" sz="quarter" idx="12"/>
          </p:nvPr>
        </p:nvSpPr>
        <p:spPr/>
        <p:txBody>
          <a:bodyPr/>
          <a:lstStyle/>
          <a:p>
            <a:fld id="{3DEE7B97-A021-4B7B-8AD3-E07B6D1F42EC}" type="slidenum">
              <a:rPr lang="en-ZA" smtClean="0"/>
              <a:t>‹#›</a:t>
            </a:fld>
            <a:endParaRPr lang="en-ZA"/>
          </a:p>
        </p:txBody>
      </p:sp>
    </p:spTree>
    <p:extLst>
      <p:ext uri="{BB962C8B-B14F-4D97-AF65-F5344CB8AC3E}">
        <p14:creationId xmlns:p14="http://schemas.microsoft.com/office/powerpoint/2010/main" val="4839446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Vertical Title and Text">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72848ACE-721A-7FBE-5E06-AD6936C52894}"/>
              </a:ext>
            </a:extLst>
          </p:cNvPr>
          <p:cNvSpPr>
            <a:spLocks noGrp="1"/>
          </p:cNvSpPr>
          <p:nvPr userDrawn="1"/>
        </p:nvSpPr>
        <p:spPr>
          <a:xfrm>
            <a:off x="199827" y="6367648"/>
            <a:ext cx="4114800" cy="365125"/>
          </a:xfrm>
        </p:spPr>
        <p:txBody>
          <a:bodyPr anchor="ctr"/>
          <a:lstStyle>
            <a:defPPr>
              <a:defRPr lang="en-US"/>
            </a:defPPr>
            <a:lvl1pPr algn="l" rtl="0" eaLnBrk="0" fontAlgn="base" hangingPunct="0">
              <a:spcBef>
                <a:spcPct val="50000"/>
              </a:spcBef>
              <a:spcAft>
                <a:spcPct val="0"/>
              </a:spcAft>
              <a:defRPr kern="1200">
                <a:solidFill>
                  <a:schemeClr val="tx1"/>
                </a:solidFill>
                <a:latin typeface="Imago" pitchFamily="2" charset="0"/>
                <a:ea typeface="+mn-ea"/>
                <a:cs typeface="+mn-cs"/>
              </a:defRPr>
            </a:lvl1pPr>
            <a:lvl2pPr marL="457200" algn="l" rtl="0" eaLnBrk="0" fontAlgn="base" hangingPunct="0">
              <a:spcBef>
                <a:spcPct val="50000"/>
              </a:spcBef>
              <a:spcAft>
                <a:spcPct val="0"/>
              </a:spcAft>
              <a:defRPr kern="1200">
                <a:solidFill>
                  <a:schemeClr val="tx1"/>
                </a:solidFill>
                <a:latin typeface="Imago" pitchFamily="2" charset="0"/>
                <a:ea typeface="+mn-ea"/>
                <a:cs typeface="+mn-cs"/>
              </a:defRPr>
            </a:lvl2pPr>
            <a:lvl3pPr marL="914400" algn="l" rtl="0" eaLnBrk="0" fontAlgn="base" hangingPunct="0">
              <a:spcBef>
                <a:spcPct val="50000"/>
              </a:spcBef>
              <a:spcAft>
                <a:spcPct val="0"/>
              </a:spcAft>
              <a:defRPr kern="1200">
                <a:solidFill>
                  <a:schemeClr val="tx1"/>
                </a:solidFill>
                <a:latin typeface="Imago" pitchFamily="2" charset="0"/>
                <a:ea typeface="+mn-ea"/>
                <a:cs typeface="+mn-cs"/>
              </a:defRPr>
            </a:lvl3pPr>
            <a:lvl4pPr marL="1371600" algn="l" rtl="0" eaLnBrk="0" fontAlgn="base" hangingPunct="0">
              <a:spcBef>
                <a:spcPct val="50000"/>
              </a:spcBef>
              <a:spcAft>
                <a:spcPct val="0"/>
              </a:spcAft>
              <a:defRPr kern="1200">
                <a:solidFill>
                  <a:schemeClr val="tx1"/>
                </a:solidFill>
                <a:latin typeface="Imago" pitchFamily="2" charset="0"/>
                <a:ea typeface="+mn-ea"/>
                <a:cs typeface="+mn-cs"/>
              </a:defRPr>
            </a:lvl4pPr>
            <a:lvl5pPr marL="1828800" algn="l" rtl="0" eaLnBrk="0" fontAlgn="base" hangingPunct="0">
              <a:spcBef>
                <a:spcPct val="50000"/>
              </a:spcBef>
              <a:spcAft>
                <a:spcPct val="0"/>
              </a:spcAft>
              <a:defRPr kern="1200">
                <a:solidFill>
                  <a:schemeClr val="tx1"/>
                </a:solidFill>
                <a:latin typeface="Imago" pitchFamily="2" charset="0"/>
                <a:ea typeface="+mn-ea"/>
                <a:cs typeface="+mn-cs"/>
              </a:defRPr>
            </a:lvl5pPr>
            <a:lvl6pPr marL="2286000" algn="l" defTabSz="914400" rtl="0" eaLnBrk="1" latinLnBrk="0" hangingPunct="1">
              <a:defRPr kern="1200">
                <a:solidFill>
                  <a:schemeClr val="tx1"/>
                </a:solidFill>
                <a:latin typeface="Imago" pitchFamily="2" charset="0"/>
                <a:ea typeface="+mn-ea"/>
                <a:cs typeface="+mn-cs"/>
              </a:defRPr>
            </a:lvl6pPr>
            <a:lvl7pPr marL="2743200" algn="l" defTabSz="914400" rtl="0" eaLnBrk="1" latinLnBrk="0" hangingPunct="1">
              <a:defRPr kern="1200">
                <a:solidFill>
                  <a:schemeClr val="tx1"/>
                </a:solidFill>
                <a:latin typeface="Imago" pitchFamily="2" charset="0"/>
                <a:ea typeface="+mn-ea"/>
                <a:cs typeface="+mn-cs"/>
              </a:defRPr>
            </a:lvl7pPr>
            <a:lvl8pPr marL="3200400" algn="l" defTabSz="914400" rtl="0" eaLnBrk="1" latinLnBrk="0" hangingPunct="1">
              <a:defRPr kern="1200">
                <a:solidFill>
                  <a:schemeClr val="tx1"/>
                </a:solidFill>
                <a:latin typeface="Imago" pitchFamily="2" charset="0"/>
                <a:ea typeface="+mn-ea"/>
                <a:cs typeface="+mn-cs"/>
              </a:defRPr>
            </a:lvl8pPr>
            <a:lvl9pPr marL="3657600" algn="l" defTabSz="914400" rtl="0" eaLnBrk="1" latinLnBrk="0" hangingPunct="1">
              <a:defRPr kern="1200">
                <a:solidFill>
                  <a:schemeClr val="tx1"/>
                </a:solidFill>
                <a:latin typeface="Imago" pitchFamily="2" charset="0"/>
                <a:ea typeface="+mn-ea"/>
                <a:cs typeface="+mn-cs"/>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800" b="0" i="0" u="none" strike="noStrike" kern="1200" cap="none" spc="0" normalizeH="0" baseline="0" noProof="0">
              <a:ln>
                <a:noFill/>
              </a:ln>
              <a:solidFill>
                <a:srgbClr val="696969"/>
              </a:solidFill>
              <a:effectLst/>
              <a:uLnTx/>
              <a:uFillTx/>
              <a:latin typeface="Libre Franklin" pitchFamily="2" charset="77"/>
              <a:ea typeface="+mn-ea"/>
              <a:cs typeface="+mn-cs"/>
            </a:endParaRPr>
          </a:p>
        </p:txBody>
      </p:sp>
      <p:sp>
        <p:nvSpPr>
          <p:cNvPr id="8" name="Rectangle 7">
            <a:extLst>
              <a:ext uri="{FF2B5EF4-FFF2-40B4-BE49-F238E27FC236}">
                <a16:creationId xmlns:a16="http://schemas.microsoft.com/office/drawing/2014/main" id="{C8C498AF-3FDF-E6DE-6776-7EC66FCB5377}"/>
              </a:ext>
            </a:extLst>
          </p:cNvPr>
          <p:cNvSpPr/>
          <p:nvPr userDrawn="1"/>
        </p:nvSpPr>
        <p:spPr>
          <a:xfrm>
            <a:off x="865438" y="1114836"/>
            <a:ext cx="10479779" cy="45719"/>
          </a:xfrm>
          <a:prstGeom prst="rect">
            <a:avLst/>
          </a:prstGeom>
          <a:gradFill>
            <a:gsLst>
              <a:gs pos="0">
                <a:srgbClr val="FFFFFF">
                  <a:alpha val="0"/>
                </a:srgbClr>
              </a:gs>
              <a:gs pos="52000">
                <a:srgbClr val="006341"/>
              </a:gs>
              <a:gs pos="99000">
                <a:srgbClr val="FFFFFF"/>
              </a:gs>
            </a:gsLst>
            <a:lin ang="0" scaled="0"/>
          </a:gradFill>
          <a:ln w="9525" cap="flat" cmpd="sng" algn="ctr">
            <a:noFill/>
            <a:prstDash val="solid"/>
            <a:headEnd type="none" w="med" len="med"/>
            <a:tailEnd type="triangle" w="med" len="med"/>
          </a:ln>
          <a:effectLst/>
        </p:spPr>
        <p:txBody>
          <a:bodyPr rtlCol="0" anchor="ctr"/>
          <a:lstStyle>
            <a:defPPr>
              <a:defRPr lang="en-US"/>
            </a:defPPr>
            <a:lvl1pPr algn="l" rtl="0" eaLnBrk="0" fontAlgn="base" hangingPunct="0">
              <a:spcBef>
                <a:spcPct val="50000"/>
              </a:spcBef>
              <a:spcAft>
                <a:spcPct val="0"/>
              </a:spcAft>
              <a:defRPr kern="1200">
                <a:solidFill>
                  <a:schemeClr val="lt1"/>
                </a:solidFill>
                <a:latin typeface="+mn-lt"/>
                <a:ea typeface="+mn-ea"/>
                <a:cs typeface="+mn-cs"/>
              </a:defRPr>
            </a:lvl1pPr>
            <a:lvl2pPr marL="457200" algn="l" rtl="0" eaLnBrk="0" fontAlgn="base" hangingPunct="0">
              <a:spcBef>
                <a:spcPct val="50000"/>
              </a:spcBef>
              <a:spcAft>
                <a:spcPct val="0"/>
              </a:spcAft>
              <a:defRPr kern="1200">
                <a:solidFill>
                  <a:schemeClr val="lt1"/>
                </a:solidFill>
                <a:latin typeface="+mn-lt"/>
                <a:ea typeface="+mn-ea"/>
                <a:cs typeface="+mn-cs"/>
              </a:defRPr>
            </a:lvl2pPr>
            <a:lvl3pPr marL="914400" algn="l" rtl="0" eaLnBrk="0" fontAlgn="base" hangingPunct="0">
              <a:spcBef>
                <a:spcPct val="50000"/>
              </a:spcBef>
              <a:spcAft>
                <a:spcPct val="0"/>
              </a:spcAft>
              <a:defRPr kern="1200">
                <a:solidFill>
                  <a:schemeClr val="lt1"/>
                </a:solidFill>
                <a:latin typeface="+mn-lt"/>
                <a:ea typeface="+mn-ea"/>
                <a:cs typeface="+mn-cs"/>
              </a:defRPr>
            </a:lvl3pPr>
            <a:lvl4pPr marL="1371600" algn="l" rtl="0" eaLnBrk="0" fontAlgn="base" hangingPunct="0">
              <a:spcBef>
                <a:spcPct val="50000"/>
              </a:spcBef>
              <a:spcAft>
                <a:spcPct val="0"/>
              </a:spcAft>
              <a:defRPr kern="1200">
                <a:solidFill>
                  <a:schemeClr val="lt1"/>
                </a:solidFill>
                <a:latin typeface="+mn-lt"/>
                <a:ea typeface="+mn-ea"/>
                <a:cs typeface="+mn-cs"/>
              </a:defRPr>
            </a:lvl4pPr>
            <a:lvl5pPr marL="1828800" algn="l" rtl="0" eaLnBrk="0" fontAlgn="base" hangingPunct="0">
              <a:spcBef>
                <a:spcPct val="5000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ibre Franklin" pitchFamily="2" charset="77"/>
              <a:ea typeface="+mn-ea"/>
              <a:cs typeface="+mn-cs"/>
            </a:endParaRPr>
          </a:p>
        </p:txBody>
      </p:sp>
      <p:pic>
        <p:nvPicPr>
          <p:cNvPr id="16" name="Picture 15">
            <a:extLst>
              <a:ext uri="{FF2B5EF4-FFF2-40B4-BE49-F238E27FC236}">
                <a16:creationId xmlns:a16="http://schemas.microsoft.com/office/drawing/2014/main" id="{54ABA4AB-C70D-4D75-727E-B9FF517867D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26062"/>
          <a:stretch/>
        </p:blipFill>
        <p:spPr>
          <a:xfrm>
            <a:off x="11057750" y="223391"/>
            <a:ext cx="897102" cy="744371"/>
          </a:xfrm>
          <a:prstGeom prst="rect">
            <a:avLst/>
          </a:prstGeom>
        </p:spPr>
      </p:pic>
      <p:sp>
        <p:nvSpPr>
          <p:cNvPr id="20" name="Text Placeholder 19">
            <a:extLst>
              <a:ext uri="{FF2B5EF4-FFF2-40B4-BE49-F238E27FC236}">
                <a16:creationId xmlns:a16="http://schemas.microsoft.com/office/drawing/2014/main" id="{FF1CB6DF-A45A-D1E4-4ECF-1292639B907E}"/>
              </a:ext>
            </a:extLst>
          </p:cNvPr>
          <p:cNvSpPr>
            <a:spLocks noGrp="1"/>
          </p:cNvSpPr>
          <p:nvPr>
            <p:ph type="body" sz="quarter" idx="10" hasCustomPrompt="1"/>
          </p:nvPr>
        </p:nvSpPr>
        <p:spPr>
          <a:xfrm>
            <a:off x="284040" y="6427033"/>
            <a:ext cx="5649913" cy="201601"/>
          </a:xfrm>
          <a:prstGeom prst="rect">
            <a:avLst/>
          </a:prstGeom>
        </p:spPr>
        <p:txBody>
          <a:bodyPr/>
          <a:lstStyle>
            <a:lvl1pPr marL="0" indent="0">
              <a:buNone/>
              <a:defRPr sz="1000">
                <a:solidFill>
                  <a:schemeClr val="tx1"/>
                </a:solidFill>
                <a:latin typeface="Libre Franklin" pitchFamily="2" charset="77"/>
              </a:defRPr>
            </a:lvl1pPr>
            <a:lvl2pPr marL="457200" indent="0">
              <a:buNone/>
              <a:defRPr sz="1000">
                <a:solidFill>
                  <a:schemeClr val="tx1"/>
                </a:solidFill>
                <a:latin typeface="Libre Franklin" pitchFamily="2" charset="77"/>
              </a:defRPr>
            </a:lvl2pPr>
            <a:lvl3pPr marL="914400" indent="0">
              <a:buNone/>
              <a:defRPr sz="1000">
                <a:solidFill>
                  <a:schemeClr val="tx1"/>
                </a:solidFill>
                <a:latin typeface="Libre Franklin" pitchFamily="2" charset="77"/>
              </a:defRPr>
            </a:lvl3pPr>
            <a:lvl4pPr marL="1371600" indent="0">
              <a:buNone/>
              <a:defRPr sz="1000">
                <a:solidFill>
                  <a:schemeClr val="tx1"/>
                </a:solidFill>
                <a:latin typeface="Libre Franklin" pitchFamily="2" charset="77"/>
              </a:defRPr>
            </a:lvl4pPr>
            <a:lvl5pPr marL="1828800" indent="0">
              <a:buNone/>
              <a:defRPr sz="1000">
                <a:solidFill>
                  <a:schemeClr val="tx1"/>
                </a:solidFill>
                <a:latin typeface="Libre Franklin" pitchFamily="2" charset="77"/>
              </a:defRPr>
            </a:lvl5pPr>
          </a:lstStyle>
          <a:p>
            <a:pPr marL="0" marR="0" lvl="0" indent="0" algn="l" defTabSz="914400" rtl="0" eaLnBrk="1" fontAlgn="auto" latinLnBrk="0" hangingPunct="1">
              <a:lnSpc>
                <a:spcPct val="100000"/>
              </a:lnSpc>
              <a:spcBef>
                <a:spcPts val="0"/>
              </a:spcBef>
              <a:spcAft>
                <a:spcPts val="500"/>
              </a:spcAft>
              <a:buClrTx/>
              <a:buSzTx/>
              <a:buFontTx/>
              <a:buNone/>
              <a:tabLst/>
              <a:defRPr/>
            </a:pPr>
            <a:r>
              <a:rPr lang="en-US" sz="1000" b="0" i="0" spc="10">
                <a:effectLst/>
                <a:latin typeface="Libre Franklin" pitchFamily="2" charset="77"/>
                <a:ea typeface="Times New Roman" panose="02020603050405020304" pitchFamily="18" charset="0"/>
                <a:cs typeface="Times New Roman" panose="02020603050405020304" pitchFamily="18" charset="0"/>
              </a:rPr>
              <a:t>Presentation title – February 2022</a:t>
            </a:r>
            <a:r>
              <a:rPr lang="en-US" sz="1000" b="0" i="0">
                <a:effectLst/>
                <a:latin typeface="Libre Franklin" pitchFamily="2" charset="77"/>
                <a:ea typeface="MS PGothic" panose="020B0600070205080204" pitchFamily="34" charset="-128"/>
                <a:cs typeface="Arial" panose="020B0604020202020204" pitchFamily="34" charset="0"/>
              </a:rPr>
              <a:t> </a:t>
            </a:r>
            <a:endParaRPr lang="en-ZA" sz="1000">
              <a:effectLst/>
              <a:latin typeface="Arial" panose="020B0604020202020204" pitchFamily="34" charset="0"/>
              <a:ea typeface="MS PGothic" panose="020B0600070205080204" pitchFamily="34" charset="-128"/>
              <a:cs typeface="Arial" panose="020B0604020202020204" pitchFamily="34" charset="0"/>
            </a:endParaRPr>
          </a:p>
        </p:txBody>
      </p:sp>
      <p:sp>
        <p:nvSpPr>
          <p:cNvPr id="22" name="Text Placeholder 21">
            <a:extLst>
              <a:ext uri="{FF2B5EF4-FFF2-40B4-BE49-F238E27FC236}">
                <a16:creationId xmlns:a16="http://schemas.microsoft.com/office/drawing/2014/main" id="{B11A56C2-1E83-99CB-9112-1F9C08762DF7}"/>
              </a:ext>
            </a:extLst>
          </p:cNvPr>
          <p:cNvSpPr>
            <a:spLocks noGrp="1"/>
          </p:cNvSpPr>
          <p:nvPr>
            <p:ph type="body" sz="quarter" idx="11" hasCustomPrompt="1"/>
          </p:nvPr>
        </p:nvSpPr>
        <p:spPr>
          <a:xfrm>
            <a:off x="339725" y="217646"/>
            <a:ext cx="10718800" cy="385763"/>
          </a:xfrm>
          <a:prstGeom prst="rect">
            <a:avLst/>
          </a:prstGeom>
        </p:spPr>
        <p:txBody>
          <a:bodyPr/>
          <a:lstStyle>
            <a:lvl1pPr marL="0" indent="0">
              <a:buNone/>
              <a:defRPr sz="1600" b="1">
                <a:solidFill>
                  <a:srgbClr val="006341"/>
                </a:solidFill>
                <a:latin typeface="Libre Franklin" pitchFamily="2" charset="77"/>
              </a:defRPr>
            </a:lvl1pPr>
            <a:lvl2pPr marL="457200" indent="0">
              <a:buNone/>
              <a:defRPr sz="1600">
                <a:latin typeface="Libre Franklin" pitchFamily="2" charset="77"/>
              </a:defRPr>
            </a:lvl2pPr>
            <a:lvl3pPr marL="914400" indent="0">
              <a:buNone/>
              <a:defRPr sz="1600">
                <a:latin typeface="Libre Franklin" pitchFamily="2" charset="77"/>
              </a:defRPr>
            </a:lvl3pPr>
            <a:lvl4pPr marL="1371600" indent="0">
              <a:buNone/>
              <a:defRPr sz="1600">
                <a:latin typeface="Libre Franklin" pitchFamily="2" charset="77"/>
              </a:defRPr>
            </a:lvl4pPr>
            <a:lvl5pPr marL="1828800" indent="0">
              <a:buNone/>
              <a:defRPr sz="1600">
                <a:latin typeface="Libre Franklin" pitchFamily="2" charset="77"/>
              </a:defRPr>
            </a:lvl5pPr>
          </a:lstStyle>
          <a:p>
            <a:pPr lvl="0"/>
            <a:r>
              <a:rPr lang="en-GB"/>
              <a:t>Main heading (Font: : Libre Franklin 18, bold | colour R0 G99 B65)</a:t>
            </a:r>
            <a:endParaRPr lang="en-US"/>
          </a:p>
        </p:txBody>
      </p:sp>
      <p:sp>
        <p:nvSpPr>
          <p:cNvPr id="23" name="Text Placeholder 21">
            <a:extLst>
              <a:ext uri="{FF2B5EF4-FFF2-40B4-BE49-F238E27FC236}">
                <a16:creationId xmlns:a16="http://schemas.microsoft.com/office/drawing/2014/main" id="{2BE7BA23-11F1-D473-2FD0-FA04DC921A6B}"/>
              </a:ext>
            </a:extLst>
          </p:cNvPr>
          <p:cNvSpPr>
            <a:spLocks noGrp="1"/>
          </p:cNvSpPr>
          <p:nvPr>
            <p:ph type="body" sz="quarter" idx="12" hasCustomPrompt="1"/>
          </p:nvPr>
        </p:nvSpPr>
        <p:spPr>
          <a:xfrm>
            <a:off x="339725" y="639677"/>
            <a:ext cx="10718800" cy="385763"/>
          </a:xfrm>
          <a:prstGeom prst="rect">
            <a:avLst/>
          </a:prstGeom>
        </p:spPr>
        <p:txBody>
          <a:bodyPr/>
          <a:lstStyle>
            <a:lvl1pPr marL="0" indent="0">
              <a:buNone/>
              <a:defRPr sz="1400" b="0">
                <a:solidFill>
                  <a:srgbClr val="00E677"/>
                </a:solidFill>
                <a:latin typeface="Libre Franklin" pitchFamily="2" charset="77"/>
              </a:defRPr>
            </a:lvl1pPr>
            <a:lvl2pPr marL="457200" indent="0">
              <a:buNone/>
              <a:defRPr sz="1600">
                <a:latin typeface="Libre Franklin" pitchFamily="2" charset="77"/>
              </a:defRPr>
            </a:lvl2pPr>
            <a:lvl3pPr marL="914400" indent="0">
              <a:buNone/>
              <a:defRPr sz="1600">
                <a:latin typeface="Libre Franklin" pitchFamily="2" charset="77"/>
              </a:defRPr>
            </a:lvl3pPr>
            <a:lvl4pPr marL="1371600" indent="0">
              <a:buNone/>
              <a:defRPr sz="1600">
                <a:latin typeface="Libre Franklin" pitchFamily="2" charset="77"/>
              </a:defRPr>
            </a:lvl4pPr>
            <a:lvl5pPr marL="1828800" indent="0">
              <a:buNone/>
              <a:defRPr sz="1600">
                <a:latin typeface="Libre Franklin" pitchFamily="2" charset="77"/>
              </a:defRPr>
            </a:lvl5pPr>
          </a:lstStyle>
          <a:p>
            <a:pPr lvl="0"/>
            <a:r>
              <a:rPr lang="en-GB"/>
              <a:t>Sub heading (Font: : Libre Franklin 14, regular | colour Go Green R0 G230 B119)</a:t>
            </a:r>
            <a:endParaRPr lang="en-US"/>
          </a:p>
        </p:txBody>
      </p:sp>
      <p:cxnSp>
        <p:nvCxnSpPr>
          <p:cNvPr id="25" name="Straight Connector 24">
            <a:extLst>
              <a:ext uri="{FF2B5EF4-FFF2-40B4-BE49-F238E27FC236}">
                <a16:creationId xmlns:a16="http://schemas.microsoft.com/office/drawing/2014/main" id="{1C54CD22-4516-F019-9468-43B3E6F0A7AA}"/>
              </a:ext>
            </a:extLst>
          </p:cNvPr>
          <p:cNvCxnSpPr/>
          <p:nvPr userDrawn="1"/>
        </p:nvCxnSpPr>
        <p:spPr>
          <a:xfrm>
            <a:off x="199827" y="217646"/>
            <a:ext cx="0" cy="807794"/>
          </a:xfrm>
          <a:prstGeom prst="line">
            <a:avLst/>
          </a:prstGeom>
          <a:ln w="38100">
            <a:solidFill>
              <a:srgbClr val="00634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FFE671F4-D554-A003-4A0A-03A5A327B7F7}"/>
              </a:ext>
            </a:extLst>
          </p:cNvPr>
          <p:cNvGrpSpPr/>
          <p:nvPr userDrawn="1"/>
        </p:nvGrpSpPr>
        <p:grpSpPr>
          <a:xfrm>
            <a:off x="14097" y="6457210"/>
            <a:ext cx="261065" cy="275563"/>
            <a:chOff x="445819" y="5592931"/>
            <a:chExt cx="336108" cy="354774"/>
          </a:xfrm>
        </p:grpSpPr>
        <p:sp>
          <p:nvSpPr>
            <p:cNvPr id="26" name="Triangle 25">
              <a:extLst>
                <a:ext uri="{FF2B5EF4-FFF2-40B4-BE49-F238E27FC236}">
                  <a16:creationId xmlns:a16="http://schemas.microsoft.com/office/drawing/2014/main" id="{8AD2B28E-A2DC-3BEC-D13B-A155BCE266AE}"/>
                </a:ext>
              </a:extLst>
            </p:cNvPr>
            <p:cNvSpPr/>
            <p:nvPr userDrawn="1"/>
          </p:nvSpPr>
          <p:spPr>
            <a:xfrm rot="5400000">
              <a:off x="643646" y="5809425"/>
              <a:ext cx="155637" cy="120924"/>
            </a:xfrm>
            <a:prstGeom prst="triangle">
              <a:avLst/>
            </a:prstGeom>
            <a:noFill/>
            <a:ln w="28575">
              <a:solidFill>
                <a:srgbClr val="0063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riangle 26">
              <a:extLst>
                <a:ext uri="{FF2B5EF4-FFF2-40B4-BE49-F238E27FC236}">
                  <a16:creationId xmlns:a16="http://schemas.microsoft.com/office/drawing/2014/main" id="{3794616D-8206-4C65-6B8A-56A065757062}"/>
                </a:ext>
              </a:extLst>
            </p:cNvPr>
            <p:cNvSpPr/>
            <p:nvPr userDrawn="1"/>
          </p:nvSpPr>
          <p:spPr>
            <a:xfrm rot="5400000">
              <a:off x="414933" y="5623817"/>
              <a:ext cx="276955" cy="215184"/>
            </a:xfrm>
            <a:prstGeom prst="triangle">
              <a:avLst/>
            </a:prstGeom>
            <a:noFill/>
            <a:ln w="38100">
              <a:solidFill>
                <a:srgbClr val="0CC7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265770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Vertical Tex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5EAB0-8391-7E05-1BDB-0F6F4008574C}"/>
              </a:ext>
            </a:extLst>
          </p:cNvPr>
          <p:cNvPicPr>
            <a:picLocks noChangeAspect="1"/>
          </p:cNvPicPr>
          <p:nvPr userDrawn="1"/>
        </p:nvPicPr>
        <p:blipFill>
          <a:blip r:embed="rId2"/>
          <a:stretch>
            <a:fillRect/>
          </a:stretch>
        </p:blipFill>
        <p:spPr>
          <a:xfrm>
            <a:off x="2387600" y="12700"/>
            <a:ext cx="9804400" cy="6832600"/>
          </a:xfrm>
          <a:prstGeom prst="rect">
            <a:avLst/>
          </a:prstGeom>
        </p:spPr>
      </p:pic>
      <p:sp>
        <p:nvSpPr>
          <p:cNvPr id="2" name="Rectangle 1">
            <a:extLst>
              <a:ext uri="{FF2B5EF4-FFF2-40B4-BE49-F238E27FC236}">
                <a16:creationId xmlns:a16="http://schemas.microsoft.com/office/drawing/2014/main" id="{3E97F285-B19B-A3B6-AED9-124832E23667}"/>
              </a:ext>
            </a:extLst>
          </p:cNvPr>
          <p:cNvSpPr/>
          <p:nvPr userDrawn="1"/>
        </p:nvSpPr>
        <p:spPr>
          <a:xfrm>
            <a:off x="0" y="0"/>
            <a:ext cx="6373504" cy="6858000"/>
          </a:xfrm>
          <a:prstGeom prst="rect">
            <a:avLst/>
          </a:prstGeom>
          <a:gradFill>
            <a:gsLst>
              <a:gs pos="0">
                <a:srgbClr val="006341"/>
              </a:gs>
              <a:gs pos="52000">
                <a:srgbClr val="006341"/>
              </a:gs>
              <a:gs pos="93000">
                <a:srgbClr val="006341">
                  <a:alpha val="0"/>
                </a:srgbClr>
              </a:gs>
              <a:gs pos="82000">
                <a:srgbClr val="009664">
                  <a:alpha val="26962"/>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angle 9">
            <a:extLst>
              <a:ext uri="{FF2B5EF4-FFF2-40B4-BE49-F238E27FC236}">
                <a16:creationId xmlns:a16="http://schemas.microsoft.com/office/drawing/2014/main" id="{2D49C4BA-084B-4F11-60D7-8F9F213F5C98}"/>
              </a:ext>
            </a:extLst>
          </p:cNvPr>
          <p:cNvSpPr/>
          <p:nvPr userDrawn="1"/>
        </p:nvSpPr>
        <p:spPr>
          <a:xfrm rot="5400000">
            <a:off x="1318123" y="3091385"/>
            <a:ext cx="413504" cy="321278"/>
          </a:xfrm>
          <a:prstGeom prst="triangle">
            <a:avLst/>
          </a:prstGeom>
          <a:noFill/>
          <a:ln w="60325">
            <a:solidFill>
              <a:srgbClr val="00F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riangle 10">
            <a:extLst>
              <a:ext uri="{FF2B5EF4-FFF2-40B4-BE49-F238E27FC236}">
                <a16:creationId xmlns:a16="http://schemas.microsoft.com/office/drawing/2014/main" id="{669A2620-99EF-E1D4-D0B1-2FB73B57B295}"/>
              </a:ext>
            </a:extLst>
          </p:cNvPr>
          <p:cNvSpPr/>
          <p:nvPr userDrawn="1"/>
        </p:nvSpPr>
        <p:spPr>
          <a:xfrm rot="5400000">
            <a:off x="466701" y="1654944"/>
            <a:ext cx="609649" cy="473676"/>
          </a:xfrm>
          <a:prstGeom prst="triangle">
            <a:avLst/>
          </a:prstGeom>
          <a:noFill/>
          <a:ln w="60325">
            <a:solidFill>
              <a:srgbClr val="00F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DAEB995E-EE25-70EF-9057-2B248814C1E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26062"/>
          <a:stretch/>
        </p:blipFill>
        <p:spPr>
          <a:xfrm>
            <a:off x="10616338" y="390578"/>
            <a:ext cx="1012571" cy="840182"/>
          </a:xfrm>
          <a:prstGeom prst="rect">
            <a:avLst/>
          </a:prstGeom>
        </p:spPr>
      </p:pic>
      <p:sp>
        <p:nvSpPr>
          <p:cNvPr id="16" name="Text Placeholder 16">
            <a:extLst>
              <a:ext uri="{FF2B5EF4-FFF2-40B4-BE49-F238E27FC236}">
                <a16:creationId xmlns:a16="http://schemas.microsoft.com/office/drawing/2014/main" id="{97534775-8EB2-F75F-F6B1-6636BE8F30BC}"/>
              </a:ext>
            </a:extLst>
          </p:cNvPr>
          <p:cNvSpPr>
            <a:spLocks noGrp="1"/>
          </p:cNvSpPr>
          <p:nvPr>
            <p:ph type="body" sz="quarter" idx="10" hasCustomPrompt="1"/>
          </p:nvPr>
        </p:nvSpPr>
        <p:spPr>
          <a:xfrm>
            <a:off x="1226103" y="1586957"/>
            <a:ext cx="5816600" cy="531813"/>
          </a:xfrm>
          <a:prstGeom prst="rect">
            <a:avLst/>
          </a:prstGeom>
        </p:spPr>
        <p:txBody>
          <a:bodyPr/>
          <a:lstStyle>
            <a:lvl1pPr marL="0" indent="0">
              <a:buNone/>
              <a:defRPr sz="3600" b="1">
                <a:solidFill>
                  <a:schemeClr val="bg1"/>
                </a:solidFill>
                <a:latin typeface="Libre Franklin" pitchFamily="2" charset="77"/>
              </a:defRPr>
            </a:lvl1pPr>
          </a:lstStyle>
          <a:p>
            <a:pPr lvl="0"/>
            <a:r>
              <a:rPr lang="en-US"/>
              <a:t>Main Heading</a:t>
            </a:r>
          </a:p>
        </p:txBody>
      </p:sp>
      <p:sp>
        <p:nvSpPr>
          <p:cNvPr id="17" name="Text Placeholder 18">
            <a:extLst>
              <a:ext uri="{FF2B5EF4-FFF2-40B4-BE49-F238E27FC236}">
                <a16:creationId xmlns:a16="http://schemas.microsoft.com/office/drawing/2014/main" id="{9BA06ABD-3B64-5922-4CD3-1D801C77ADE7}"/>
              </a:ext>
            </a:extLst>
          </p:cNvPr>
          <p:cNvSpPr>
            <a:spLocks noGrp="1"/>
          </p:cNvSpPr>
          <p:nvPr>
            <p:ph type="body" sz="quarter" idx="11" hasCustomPrompt="1"/>
          </p:nvPr>
        </p:nvSpPr>
        <p:spPr>
          <a:xfrm>
            <a:off x="1831551" y="2935745"/>
            <a:ext cx="5222875" cy="632558"/>
          </a:xfrm>
          <a:prstGeom prst="rect">
            <a:avLst/>
          </a:prstGeom>
        </p:spPr>
        <p:txBody>
          <a:bodyPr/>
          <a:lstStyle>
            <a:lvl1pPr marL="0" indent="0">
              <a:buNone/>
              <a:defRPr sz="1800" b="0">
                <a:solidFill>
                  <a:schemeClr val="bg1"/>
                </a:solidFill>
                <a:latin typeface="Libre Franklin" pitchFamily="2" charset="77"/>
              </a:defRPr>
            </a:lvl1pPr>
          </a:lstStyle>
          <a:p>
            <a:pPr lvl="0"/>
            <a:r>
              <a:rPr lang="en-US"/>
              <a:t>Sub-Heading</a:t>
            </a:r>
          </a:p>
          <a:p>
            <a:pPr lvl="0"/>
            <a:r>
              <a:rPr lang="en-US"/>
              <a:t>Date</a:t>
            </a:r>
          </a:p>
        </p:txBody>
      </p:sp>
      <p:sp>
        <p:nvSpPr>
          <p:cNvPr id="18" name="Text Placeholder 20">
            <a:extLst>
              <a:ext uri="{FF2B5EF4-FFF2-40B4-BE49-F238E27FC236}">
                <a16:creationId xmlns:a16="http://schemas.microsoft.com/office/drawing/2014/main" id="{3DCEB671-04C8-4CE7-74C1-D40C6E71D51D}"/>
              </a:ext>
            </a:extLst>
          </p:cNvPr>
          <p:cNvSpPr>
            <a:spLocks noGrp="1"/>
          </p:cNvSpPr>
          <p:nvPr>
            <p:ph type="body" sz="quarter" idx="12" hasCustomPrompt="1"/>
          </p:nvPr>
        </p:nvSpPr>
        <p:spPr>
          <a:xfrm>
            <a:off x="1378927" y="5740612"/>
            <a:ext cx="4048125" cy="632559"/>
          </a:xfrm>
          <a:prstGeom prst="rect">
            <a:avLst/>
          </a:prstGeom>
        </p:spPr>
        <p:txBody>
          <a:bodyPr/>
          <a:lstStyle>
            <a:lvl1pPr marL="0" indent="0">
              <a:buNone/>
              <a:defRPr sz="1400" b="1">
                <a:solidFill>
                  <a:srgbClr val="00FF6D"/>
                </a:solidFill>
                <a:latin typeface="Libre Franklin" pitchFamily="2" charset="77"/>
              </a:defRPr>
            </a:lvl1pPr>
            <a:lvl2pPr>
              <a:defRPr>
                <a:latin typeface="Libre Franklin" pitchFamily="2" charset="77"/>
              </a:defRPr>
            </a:lvl2pPr>
            <a:lvl3pPr>
              <a:defRPr>
                <a:latin typeface="Libre Franklin" pitchFamily="2" charset="77"/>
              </a:defRPr>
            </a:lvl3pPr>
            <a:lvl4pPr>
              <a:defRPr>
                <a:latin typeface="Libre Franklin" pitchFamily="2" charset="77"/>
              </a:defRPr>
            </a:lvl4pPr>
            <a:lvl5pPr>
              <a:defRPr>
                <a:latin typeface="Libre Franklin" pitchFamily="2" charset="77"/>
              </a:defRPr>
            </a:lvl5pPr>
          </a:lstStyle>
          <a:p>
            <a:pPr lvl="0"/>
            <a:r>
              <a:rPr lang="en-US"/>
              <a:t>Speaker Name</a:t>
            </a:r>
          </a:p>
          <a:p>
            <a:pPr lvl="0"/>
            <a:r>
              <a:rPr lang="en-US"/>
              <a:t>Title</a:t>
            </a:r>
          </a:p>
        </p:txBody>
      </p:sp>
      <p:pic>
        <p:nvPicPr>
          <p:cNvPr id="20" name="Picture 19" descr="Application&#10;&#10;Description automatically generated with medium confidence">
            <a:extLst>
              <a:ext uri="{FF2B5EF4-FFF2-40B4-BE49-F238E27FC236}">
                <a16:creationId xmlns:a16="http://schemas.microsoft.com/office/drawing/2014/main" id="{73652944-8449-41CC-2A2B-4A2C46EDDD8E}"/>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9947957" y="5946149"/>
            <a:ext cx="1835108" cy="1015545"/>
          </a:xfrm>
          <a:prstGeom prst="rect">
            <a:avLst/>
          </a:prstGeom>
        </p:spPr>
      </p:pic>
    </p:spTree>
    <p:extLst>
      <p:ext uri="{BB962C8B-B14F-4D97-AF65-F5344CB8AC3E}">
        <p14:creationId xmlns:p14="http://schemas.microsoft.com/office/powerpoint/2010/main" val="2612055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274474-FB6E-CFBF-3E03-73F93D0807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4C6C81D4-44BD-6915-AFFA-CB7BF6496F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4469027-C6B7-BB7A-701B-9EC1D1C33D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5D369D-9B03-4706-9220-A03792A1BDF5}" type="datetimeFigureOut">
              <a:rPr lang="en-ZA" smtClean="0"/>
              <a:t>2025/10/09</a:t>
            </a:fld>
            <a:endParaRPr lang="en-ZA"/>
          </a:p>
        </p:txBody>
      </p:sp>
      <p:sp>
        <p:nvSpPr>
          <p:cNvPr id="5" name="Footer Placeholder 4">
            <a:extLst>
              <a:ext uri="{FF2B5EF4-FFF2-40B4-BE49-F238E27FC236}">
                <a16:creationId xmlns:a16="http://schemas.microsoft.com/office/drawing/2014/main" id="{EDEF9848-5896-8C67-09DD-9FE1C26F3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1673878A-9074-49F6-D27C-ECF96D98C0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EE7B97-A021-4B7B-8AD3-E07B6D1F42EC}" type="slidenum">
              <a:rPr lang="en-ZA" smtClean="0"/>
              <a:t>‹#›</a:t>
            </a:fld>
            <a:endParaRPr lang="en-ZA"/>
          </a:p>
        </p:txBody>
      </p:sp>
    </p:spTree>
    <p:extLst>
      <p:ext uri="{BB962C8B-B14F-4D97-AF65-F5344CB8AC3E}">
        <p14:creationId xmlns:p14="http://schemas.microsoft.com/office/powerpoint/2010/main" val="213671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2D0546-31DA-E2C6-DAE2-0A99B6ED1AE6}"/>
              </a:ext>
            </a:extLst>
          </p:cNvPr>
          <p:cNvSpPr>
            <a:spLocks noGrp="1"/>
          </p:cNvSpPr>
          <p:nvPr>
            <p:ph type="body" sz="quarter" idx="10"/>
          </p:nvPr>
        </p:nvSpPr>
        <p:spPr>
          <a:xfrm>
            <a:off x="1102278" y="1583684"/>
            <a:ext cx="5816600" cy="531813"/>
          </a:xfrm>
        </p:spPr>
        <p:txBody>
          <a:bodyPr>
            <a:normAutofit/>
          </a:bodyPr>
          <a:lstStyle/>
          <a:p>
            <a:r>
              <a:rPr lang="en-GB" sz="3000" dirty="0">
                <a:solidFill>
                  <a:prstClr val="white"/>
                </a:solidFill>
                <a:latin typeface="Arial" panose="020B0604020202020204" pitchFamily="34" charset="0"/>
                <a:ea typeface="Yu Gothic Light" panose="020B0300000000000000" pitchFamily="34" charset="-128"/>
                <a:cs typeface="Arial" panose="020B0604020202020204" pitchFamily="34" charset="0"/>
              </a:rPr>
              <a:t>Workplace Module  Project</a:t>
            </a:r>
            <a:r>
              <a:rPr lang="en-GB" sz="3000" b="1" dirty="0">
                <a:solidFill>
                  <a:prstClr val="white"/>
                </a:solidFill>
                <a:latin typeface="Arial" panose="020B0604020202020204" pitchFamily="34" charset="0"/>
                <a:ea typeface="Yu Gothic Light" panose="020B0300000000000000" pitchFamily="34" charset="-128"/>
                <a:cs typeface="Arial" panose="020B0604020202020204" pitchFamily="34" charset="0"/>
              </a:rPr>
              <a:t> </a:t>
            </a:r>
          </a:p>
        </p:txBody>
      </p:sp>
      <p:sp>
        <p:nvSpPr>
          <p:cNvPr id="7" name="Text Placeholder 6">
            <a:extLst>
              <a:ext uri="{FF2B5EF4-FFF2-40B4-BE49-F238E27FC236}">
                <a16:creationId xmlns:a16="http://schemas.microsoft.com/office/drawing/2014/main" id="{EE7EE537-FF30-8D9C-1CF8-FFD295623C31}"/>
              </a:ext>
            </a:extLst>
          </p:cNvPr>
          <p:cNvSpPr>
            <a:spLocks noGrp="1"/>
          </p:cNvSpPr>
          <p:nvPr>
            <p:ph type="body" sz="quarter" idx="12"/>
          </p:nvPr>
        </p:nvSpPr>
        <p:spPr>
          <a:xfrm>
            <a:off x="1857898" y="3086288"/>
            <a:ext cx="4048125" cy="1098855"/>
          </a:xfrm>
        </p:spPr>
        <p:txBody>
          <a:bodyPr>
            <a:normAutofit/>
          </a:bodyPr>
          <a:lstStyle/>
          <a:p>
            <a:r>
              <a:rPr lang="en-ZA" dirty="0"/>
              <a:t>Khuthadzo Tshikovhele</a:t>
            </a:r>
          </a:p>
        </p:txBody>
      </p:sp>
      <p:sp>
        <p:nvSpPr>
          <p:cNvPr id="4" name="TextBox 3">
            <a:extLst>
              <a:ext uri="{FF2B5EF4-FFF2-40B4-BE49-F238E27FC236}">
                <a16:creationId xmlns:a16="http://schemas.microsoft.com/office/drawing/2014/main" id="{A0353F5A-8A6D-D20D-A318-DEE19D67139C}"/>
              </a:ext>
            </a:extLst>
          </p:cNvPr>
          <p:cNvSpPr txBox="1"/>
          <p:nvPr/>
        </p:nvSpPr>
        <p:spPr>
          <a:xfrm>
            <a:off x="302366" y="6255681"/>
            <a:ext cx="6616511" cy="338554"/>
          </a:xfrm>
          <a:prstGeom prst="rect">
            <a:avLst/>
          </a:prstGeom>
          <a:noFill/>
        </p:spPr>
        <p:txBody>
          <a:bodyPr wrap="square">
            <a:spAutoFit/>
          </a:bodyPr>
          <a:lstStyle/>
          <a:p>
            <a:r>
              <a:rPr lang="en-ZA" sz="1600" b="1" dirty="0">
                <a:solidFill>
                  <a:srgbClr val="00FF6D"/>
                </a:solidFill>
                <a:latin typeface="Libre Franklin" pitchFamily="2" charset="77"/>
              </a:rPr>
              <a:t>Title: Indian Agriculture Dataset: Crop Production Forecasting</a:t>
            </a:r>
          </a:p>
        </p:txBody>
      </p:sp>
    </p:spTree>
    <p:extLst>
      <p:ext uri="{BB962C8B-B14F-4D97-AF65-F5344CB8AC3E}">
        <p14:creationId xmlns:p14="http://schemas.microsoft.com/office/powerpoint/2010/main" val="664232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4729C0C9-3C27-952D-2DBC-8041213E848A}"/>
              </a:ext>
            </a:extLst>
          </p:cNvPr>
          <p:cNvSpPr txBox="1">
            <a:spLocks/>
          </p:cNvSpPr>
          <p:nvPr/>
        </p:nvSpPr>
        <p:spPr>
          <a:xfrm>
            <a:off x="339725" y="217646"/>
            <a:ext cx="10718800" cy="38576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006341"/>
                </a:solidFill>
                <a:latin typeface="Libre Frankl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dirty="0"/>
              <a:t>Understanding Indian agriculture </a:t>
            </a:r>
          </a:p>
        </p:txBody>
      </p:sp>
      <p:sp>
        <p:nvSpPr>
          <p:cNvPr id="6" name="Text Placeholder 3">
            <a:extLst>
              <a:ext uri="{FF2B5EF4-FFF2-40B4-BE49-F238E27FC236}">
                <a16:creationId xmlns:a16="http://schemas.microsoft.com/office/drawing/2014/main" id="{DE3C9E7F-F35A-6FDD-9D0F-583322FD53CE}"/>
              </a:ext>
            </a:extLst>
          </p:cNvPr>
          <p:cNvSpPr txBox="1">
            <a:spLocks/>
          </p:cNvSpPr>
          <p:nvPr/>
        </p:nvSpPr>
        <p:spPr>
          <a:xfrm>
            <a:off x="339725" y="639677"/>
            <a:ext cx="10718800" cy="38576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rgbClr val="00E677"/>
                </a:solidFill>
                <a:latin typeface="Libre Frankl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dirty="0">
                <a:solidFill>
                  <a:srgbClr val="006341"/>
                </a:solidFill>
              </a:rPr>
              <a:t>This presentation outlines the development of a hybrid recommender system for anime titles. It combines collaborative filtering and content-based filtering to predict user preferences.</a:t>
            </a:r>
            <a:r>
              <a:rPr lang="en-ZA" b="0" i="0" dirty="0">
                <a:effectLst/>
                <a:latin typeface="system-ui"/>
              </a:rPr>
              <a:t> </a:t>
            </a:r>
          </a:p>
          <a:p>
            <a:endParaRPr lang="en-ZA" dirty="0">
              <a:solidFill>
                <a:srgbClr val="006341"/>
              </a:solidFill>
            </a:endParaRPr>
          </a:p>
        </p:txBody>
      </p:sp>
      <p:sp>
        <p:nvSpPr>
          <p:cNvPr id="2" name="TextBox 1">
            <a:extLst>
              <a:ext uri="{FF2B5EF4-FFF2-40B4-BE49-F238E27FC236}">
                <a16:creationId xmlns:a16="http://schemas.microsoft.com/office/drawing/2014/main" id="{23BAF151-0330-C0C9-20C5-98B191E7B0A8}"/>
              </a:ext>
            </a:extLst>
          </p:cNvPr>
          <p:cNvSpPr txBox="1"/>
          <p:nvPr/>
        </p:nvSpPr>
        <p:spPr>
          <a:xfrm>
            <a:off x="446313" y="2122714"/>
            <a:ext cx="7848600" cy="3193182"/>
          </a:xfrm>
          <a:prstGeom prst="rect">
            <a:avLst/>
          </a:prstGeom>
          <a:noFill/>
        </p:spPr>
        <p:txBody>
          <a:bodyPr wrap="square" rtlCol="0">
            <a:spAutoFit/>
          </a:bodyPr>
          <a:lstStyle/>
          <a:p>
            <a:pPr marR="0" lvl="0" algn="just" fontAlgn="auto">
              <a:lnSpc>
                <a:spcPct val="100000"/>
              </a:lnSpc>
              <a:spcBef>
                <a:spcPts val="300"/>
              </a:spcBef>
              <a:spcAft>
                <a:spcPts val="300"/>
              </a:spcAft>
              <a:buClrTx/>
              <a:buSzTx/>
              <a:tabLst/>
              <a:defRPr/>
            </a:pPr>
            <a:endParaRPr lang="en-ZA" sz="1600" b="1" dirty="0">
              <a:solidFill>
                <a:srgbClr val="424242"/>
              </a:solidFill>
              <a:latin typeface="Segoe Sans"/>
            </a:endParaRPr>
          </a:p>
          <a:p>
            <a:pPr marR="0" lvl="0" algn="just" fontAlgn="auto">
              <a:lnSpc>
                <a:spcPct val="100000"/>
              </a:lnSpc>
              <a:spcBef>
                <a:spcPts val="300"/>
              </a:spcBef>
              <a:spcAft>
                <a:spcPts val="300"/>
              </a:spcAft>
              <a:buClrTx/>
              <a:buSzTx/>
              <a:tabLst/>
              <a:defRPr/>
            </a:pPr>
            <a:r>
              <a:rPr lang="en-ZA" sz="1600" b="1" dirty="0">
                <a:solidFill>
                  <a:srgbClr val="424242"/>
                </a:solidFill>
                <a:latin typeface="Segoe Sans"/>
              </a:rPr>
              <a:t>Table of Content</a:t>
            </a:r>
          </a:p>
          <a:p>
            <a:pPr marL="342900" marR="0" lvl="0" indent="-342900" algn="just" fontAlgn="auto">
              <a:lnSpc>
                <a:spcPct val="100000"/>
              </a:lnSpc>
              <a:spcBef>
                <a:spcPts val="300"/>
              </a:spcBef>
              <a:spcAft>
                <a:spcPts val="300"/>
              </a:spcAft>
              <a:buClrTx/>
              <a:buSzTx/>
              <a:buAutoNum type="arabicPeriod"/>
              <a:tabLst/>
              <a:defRPr/>
            </a:pPr>
            <a:r>
              <a:rPr lang="en-ZA" sz="1600" dirty="0">
                <a:solidFill>
                  <a:srgbClr val="424242"/>
                </a:solidFill>
                <a:latin typeface="Segoe Sans"/>
              </a:rPr>
              <a:t>Introduction</a:t>
            </a:r>
          </a:p>
          <a:p>
            <a:pPr marL="342900" indent="-342900" algn="just">
              <a:spcBef>
                <a:spcPts val="300"/>
              </a:spcBef>
              <a:spcAft>
                <a:spcPts val="300"/>
              </a:spcAft>
              <a:buAutoNum type="arabicPeriod"/>
              <a:defRPr/>
            </a:pPr>
            <a:r>
              <a:rPr lang="en-ZA" sz="1600" dirty="0">
                <a:solidFill>
                  <a:srgbClr val="424242"/>
                </a:solidFill>
                <a:latin typeface="Segoe Sans"/>
              </a:rPr>
              <a:t>Package Installation</a:t>
            </a:r>
          </a:p>
          <a:p>
            <a:pPr marL="342900" indent="-342900" algn="just">
              <a:spcBef>
                <a:spcPts val="300"/>
              </a:spcBef>
              <a:spcAft>
                <a:spcPts val="300"/>
              </a:spcAft>
              <a:buAutoNum type="arabicPeriod"/>
              <a:defRPr/>
            </a:pPr>
            <a:r>
              <a:rPr lang="en-ZA" sz="1600" dirty="0">
                <a:solidFill>
                  <a:srgbClr val="424242"/>
                </a:solidFill>
                <a:latin typeface="Segoe Sans"/>
              </a:rPr>
              <a:t>Data Cleanup</a:t>
            </a:r>
          </a:p>
          <a:p>
            <a:pPr marL="342900" indent="-342900" algn="just">
              <a:spcBef>
                <a:spcPts val="300"/>
              </a:spcBef>
              <a:spcAft>
                <a:spcPts val="300"/>
              </a:spcAft>
              <a:buAutoNum type="arabicPeriod"/>
              <a:defRPr/>
            </a:pPr>
            <a:r>
              <a:rPr lang="en-ZA" sz="1600" dirty="0">
                <a:solidFill>
                  <a:srgbClr val="424242"/>
                </a:solidFill>
                <a:latin typeface="Segoe Sans"/>
              </a:rPr>
              <a:t>Model Evaluation</a:t>
            </a:r>
          </a:p>
          <a:p>
            <a:pPr marL="342900" indent="-342900" algn="just">
              <a:spcBef>
                <a:spcPts val="300"/>
              </a:spcBef>
              <a:spcAft>
                <a:spcPts val="300"/>
              </a:spcAft>
              <a:buAutoNum type="arabicPeriod"/>
              <a:defRPr/>
            </a:pPr>
            <a:r>
              <a:rPr lang="en-ZA" sz="1600" dirty="0">
                <a:solidFill>
                  <a:srgbClr val="424242"/>
                </a:solidFill>
                <a:latin typeface="Segoe Sans"/>
              </a:rPr>
              <a:t>Final Model Summary</a:t>
            </a:r>
          </a:p>
          <a:p>
            <a:pPr marL="342900" indent="-342900" algn="just">
              <a:spcBef>
                <a:spcPts val="300"/>
              </a:spcBef>
              <a:spcAft>
                <a:spcPts val="300"/>
              </a:spcAft>
              <a:buAutoNum type="arabicPeriod"/>
              <a:defRPr/>
            </a:pPr>
            <a:r>
              <a:rPr lang="en-ZA" sz="1600" dirty="0">
                <a:solidFill>
                  <a:srgbClr val="424242"/>
                </a:solidFill>
                <a:latin typeface="Segoe Sans"/>
              </a:rPr>
              <a:t>Key Insights and Conclusion</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ZA" sz="1800" i="0" u="none" strike="noStrike" kern="1200" cap="none" spc="0" normalizeH="0" baseline="0" noProof="0" dirty="0">
              <a:ln>
                <a:noFill/>
              </a:ln>
              <a:solidFill>
                <a:prstClr val="black"/>
              </a:solidFill>
              <a:effectLst/>
              <a:uLnTx/>
              <a:uFillTx/>
              <a:latin typeface="Aptos" panose="02110004020202020204"/>
              <a:ea typeface="+mn-ea"/>
              <a:cs typeface="+mn-cs"/>
            </a:endParaRPr>
          </a:p>
          <a:p>
            <a:endParaRPr lang="en-ZA" dirty="0"/>
          </a:p>
        </p:txBody>
      </p:sp>
    </p:spTree>
    <p:extLst>
      <p:ext uri="{BB962C8B-B14F-4D97-AF65-F5344CB8AC3E}">
        <p14:creationId xmlns:p14="http://schemas.microsoft.com/office/powerpoint/2010/main" val="1221392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552AA8-50AF-30BF-7D4B-9B5163807BAA}"/>
              </a:ext>
            </a:extLst>
          </p:cNvPr>
          <p:cNvSpPr/>
          <p:nvPr/>
        </p:nvSpPr>
        <p:spPr>
          <a:xfrm>
            <a:off x="0" y="6181766"/>
            <a:ext cx="12192000" cy="676234"/>
          </a:xfrm>
          <a:prstGeom prst="rect">
            <a:avLst/>
          </a:prstGeom>
          <a:solidFill>
            <a:srgbClr val="2379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pplication&#10;&#10;Description automatically generated with medium confidence">
            <a:extLst>
              <a:ext uri="{FF2B5EF4-FFF2-40B4-BE49-F238E27FC236}">
                <a16:creationId xmlns:a16="http://schemas.microsoft.com/office/drawing/2014/main" id="{1CFF420A-15E6-199D-D900-5635F4AD21F7}"/>
              </a:ext>
            </a:extLst>
          </p:cNvPr>
          <p:cNvPicPr>
            <a:picLocks noChangeAspect="1"/>
          </p:cNvPicPr>
          <p:nvPr/>
        </p:nvPicPr>
        <p:blipFill rotWithShape="1">
          <a:blip r:embed="rId2"/>
          <a:srcRect l="31004" t="29565" r="33478" b="20870"/>
          <a:stretch/>
        </p:blipFill>
        <p:spPr>
          <a:xfrm>
            <a:off x="10836647" y="6181766"/>
            <a:ext cx="1355353" cy="750050"/>
          </a:xfrm>
          <a:prstGeom prst="rect">
            <a:avLst/>
          </a:prstGeom>
        </p:spPr>
      </p:pic>
      <p:sp>
        <p:nvSpPr>
          <p:cNvPr id="4" name="Rectangle 3">
            <a:extLst>
              <a:ext uri="{FF2B5EF4-FFF2-40B4-BE49-F238E27FC236}">
                <a16:creationId xmlns:a16="http://schemas.microsoft.com/office/drawing/2014/main" id="{FBC41C9C-DA98-2034-CD32-50803649B15B}"/>
              </a:ext>
            </a:extLst>
          </p:cNvPr>
          <p:cNvSpPr/>
          <p:nvPr/>
        </p:nvSpPr>
        <p:spPr>
          <a:xfrm>
            <a:off x="856110" y="455567"/>
            <a:ext cx="10479779" cy="45719"/>
          </a:xfrm>
          <a:prstGeom prst="rect">
            <a:avLst/>
          </a:prstGeom>
          <a:gradFill>
            <a:gsLst>
              <a:gs pos="0">
                <a:schemeClr val="bg1">
                  <a:alpha val="0"/>
                </a:schemeClr>
              </a:gs>
              <a:gs pos="52000">
                <a:srgbClr val="006341"/>
              </a:gs>
              <a:gs pos="99000">
                <a:schemeClr val="bg1"/>
              </a:gs>
            </a:gsLst>
            <a:lin ang="0" scaled="0"/>
          </a:gradFill>
          <a:ln w="9525">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ibre Franklin" pitchFamily="2" charset="77"/>
            </a:endParaRPr>
          </a:p>
        </p:txBody>
      </p:sp>
      <p:sp>
        <p:nvSpPr>
          <p:cNvPr id="5" name="TextBox 4">
            <a:extLst>
              <a:ext uri="{FF2B5EF4-FFF2-40B4-BE49-F238E27FC236}">
                <a16:creationId xmlns:a16="http://schemas.microsoft.com/office/drawing/2014/main" id="{BBCEF18C-EC23-2264-8C7A-4007E0A9B4B3}"/>
              </a:ext>
            </a:extLst>
          </p:cNvPr>
          <p:cNvSpPr txBox="1"/>
          <p:nvPr/>
        </p:nvSpPr>
        <p:spPr>
          <a:xfrm>
            <a:off x="346225" y="510310"/>
            <a:ext cx="11499547" cy="4843521"/>
          </a:xfrm>
          <a:prstGeom prst="rect">
            <a:avLst/>
          </a:prstGeom>
          <a:noFill/>
        </p:spPr>
        <p:txBody>
          <a:bodyPr wrap="square" lIns="0" tIns="49347" rIns="98694" bIns="49347" rtlCol="0" anchor="t">
            <a:spAutoFit/>
          </a:bodyPr>
          <a:lstStyle/>
          <a:p>
            <a:pPr>
              <a:lnSpc>
                <a:spcPts val="2100"/>
              </a:lnSpc>
              <a:spcBef>
                <a:spcPts val="300"/>
              </a:spcBef>
              <a:spcAft>
                <a:spcPts val="300"/>
              </a:spcAft>
            </a:pPr>
            <a:r>
              <a:rPr lang="en-ZA" sz="1400" dirty="0">
                <a:latin typeface="system-ui"/>
              </a:rPr>
              <a:t>Problem Statemen:</a:t>
            </a:r>
          </a:p>
          <a:p>
            <a:pPr marL="171450" indent="-171450">
              <a:lnSpc>
                <a:spcPts val="2100"/>
              </a:lnSpc>
              <a:spcBef>
                <a:spcPts val="300"/>
              </a:spcBef>
              <a:spcAft>
                <a:spcPts val="300"/>
              </a:spcAft>
              <a:buFont typeface="Arial" panose="020B0604020202020204" pitchFamily="34" charset="0"/>
              <a:buChar char="•"/>
            </a:pPr>
            <a:r>
              <a:rPr lang="en-ZA" sz="1400" dirty="0">
                <a:latin typeface="system-ui"/>
              </a:rPr>
              <a:t>India’s agricultural sector is vital to the economy but faces data management challenges.</a:t>
            </a:r>
          </a:p>
          <a:p>
            <a:pPr marL="171450" indent="-171450">
              <a:lnSpc>
                <a:spcPts val="2100"/>
              </a:lnSpc>
              <a:spcBef>
                <a:spcPts val="300"/>
              </a:spcBef>
              <a:spcAft>
                <a:spcPts val="300"/>
              </a:spcAft>
              <a:buFont typeface="Arial" panose="020B0604020202020204" pitchFamily="34" charset="0"/>
              <a:buChar char="•"/>
            </a:pPr>
            <a:r>
              <a:rPr lang="en-ZA" sz="1400" dirty="0">
                <a:latin typeface="system-ui"/>
              </a:rPr>
              <a:t>Agricultural data is complex, fragmented across regions, and not easily accessible.</a:t>
            </a:r>
          </a:p>
          <a:p>
            <a:pPr marL="171450" indent="-171450">
              <a:lnSpc>
                <a:spcPts val="2100"/>
              </a:lnSpc>
              <a:spcBef>
                <a:spcPts val="300"/>
              </a:spcBef>
              <a:spcAft>
                <a:spcPts val="300"/>
              </a:spcAft>
              <a:buFont typeface="Arial" panose="020B0604020202020204" pitchFamily="34" charset="0"/>
              <a:buChar char="•"/>
            </a:pPr>
            <a:r>
              <a:rPr lang="en-ZA" sz="1400" dirty="0">
                <a:latin typeface="system-ui"/>
              </a:rPr>
              <a:t>Lack of consolidated data makes it hard for farmers, policymakers, and researchers to make informed decisions.</a:t>
            </a:r>
          </a:p>
          <a:p>
            <a:pPr marL="171450" indent="-171450">
              <a:lnSpc>
                <a:spcPts val="2100"/>
              </a:lnSpc>
              <a:spcBef>
                <a:spcPts val="300"/>
              </a:spcBef>
              <a:spcAft>
                <a:spcPts val="300"/>
              </a:spcAft>
              <a:buFont typeface="Arial" panose="020B0604020202020204" pitchFamily="34" charset="0"/>
              <a:buChar char="•"/>
            </a:pPr>
            <a:endParaRPr lang="en-ZA" sz="1400" dirty="0">
              <a:latin typeface="system-ui"/>
            </a:endParaRPr>
          </a:p>
          <a:p>
            <a:pPr>
              <a:lnSpc>
                <a:spcPts val="2100"/>
              </a:lnSpc>
              <a:spcBef>
                <a:spcPts val="300"/>
              </a:spcBef>
              <a:spcAft>
                <a:spcPts val="300"/>
              </a:spcAft>
            </a:pPr>
            <a:r>
              <a:rPr lang="en-ZA" sz="1400" dirty="0">
                <a:latin typeface="system-ui"/>
              </a:rPr>
              <a:t>Project Goal</a:t>
            </a:r>
          </a:p>
          <a:p>
            <a:pPr marL="171450" indent="-171450">
              <a:lnSpc>
                <a:spcPts val="2100"/>
              </a:lnSpc>
              <a:spcBef>
                <a:spcPts val="300"/>
              </a:spcBef>
              <a:spcAft>
                <a:spcPts val="300"/>
              </a:spcAft>
              <a:buFont typeface="Arial" panose="020B0604020202020204" pitchFamily="34" charset="0"/>
              <a:buChar char="•"/>
            </a:pPr>
            <a:r>
              <a:rPr lang="en-ZA" sz="1400" dirty="0">
                <a:latin typeface="system-ui"/>
              </a:rPr>
              <a:t>Develop a data visualization platform that integrates agricultural data from states and districts.</a:t>
            </a:r>
          </a:p>
          <a:p>
            <a:pPr marL="171450" indent="-171450">
              <a:lnSpc>
                <a:spcPts val="2100"/>
              </a:lnSpc>
              <a:spcBef>
                <a:spcPts val="300"/>
              </a:spcBef>
              <a:spcAft>
                <a:spcPts val="300"/>
              </a:spcAft>
              <a:buFont typeface="Arial" panose="020B0604020202020204" pitchFamily="34" charset="0"/>
              <a:buChar char="•"/>
            </a:pPr>
            <a:r>
              <a:rPr lang="en-ZA" sz="1400" dirty="0">
                <a:latin typeface="system-ui"/>
              </a:rPr>
              <a:t>Provide insights into crop production, yield statistics, and cultivated areas.</a:t>
            </a:r>
          </a:p>
          <a:p>
            <a:pPr marL="171450" indent="-171450">
              <a:lnSpc>
                <a:spcPts val="2100"/>
              </a:lnSpc>
              <a:spcBef>
                <a:spcPts val="300"/>
              </a:spcBef>
              <a:spcAft>
                <a:spcPts val="300"/>
              </a:spcAft>
              <a:buFont typeface="Arial" panose="020B0604020202020204" pitchFamily="34" charset="0"/>
              <a:buChar char="•"/>
            </a:pPr>
            <a:r>
              <a:rPr lang="en-ZA" sz="1400" dirty="0">
                <a:latin typeface="system-ui"/>
              </a:rPr>
              <a:t>Enable users to identify patterns, gaps, and regional disparities.</a:t>
            </a:r>
          </a:p>
          <a:p>
            <a:pPr marL="171450" indent="-171450">
              <a:lnSpc>
                <a:spcPts val="2100"/>
              </a:lnSpc>
              <a:spcBef>
                <a:spcPts val="300"/>
              </a:spcBef>
              <a:spcAft>
                <a:spcPts val="300"/>
              </a:spcAft>
              <a:buFont typeface="Arial" panose="020B0604020202020204" pitchFamily="34" charset="0"/>
              <a:buChar char="•"/>
            </a:pPr>
            <a:endParaRPr lang="en-ZA" sz="1400" dirty="0">
              <a:latin typeface="system-ui"/>
            </a:endParaRPr>
          </a:p>
          <a:p>
            <a:pPr>
              <a:lnSpc>
                <a:spcPts val="2100"/>
              </a:lnSpc>
              <a:spcBef>
                <a:spcPts val="300"/>
              </a:spcBef>
              <a:spcAft>
                <a:spcPts val="300"/>
              </a:spcAft>
            </a:pPr>
            <a:r>
              <a:rPr lang="en-ZA" sz="1400" dirty="0">
                <a:latin typeface="system-ui"/>
              </a:rPr>
              <a:t>Impact</a:t>
            </a:r>
          </a:p>
          <a:p>
            <a:pPr marL="171450" indent="-171450">
              <a:lnSpc>
                <a:spcPts val="2100"/>
              </a:lnSpc>
              <a:spcBef>
                <a:spcPts val="300"/>
              </a:spcBef>
              <a:spcAft>
                <a:spcPts val="300"/>
              </a:spcAft>
              <a:buFont typeface="Arial" panose="020B0604020202020204" pitchFamily="34" charset="0"/>
              <a:buChar char="•"/>
            </a:pPr>
            <a:r>
              <a:rPr lang="en-ZA" sz="1400" dirty="0">
                <a:latin typeface="system-ui"/>
              </a:rPr>
              <a:t>Empower farmers to make better crop choices.</a:t>
            </a:r>
          </a:p>
          <a:p>
            <a:pPr marL="171450" indent="-171450">
              <a:lnSpc>
                <a:spcPts val="2100"/>
              </a:lnSpc>
              <a:spcBef>
                <a:spcPts val="300"/>
              </a:spcBef>
              <a:spcAft>
                <a:spcPts val="300"/>
              </a:spcAft>
              <a:buFont typeface="Arial" panose="020B0604020202020204" pitchFamily="34" charset="0"/>
              <a:buChar char="•"/>
            </a:pPr>
            <a:r>
              <a:rPr lang="en-ZA" sz="1400" dirty="0">
                <a:latin typeface="system-ui"/>
              </a:rPr>
              <a:t>Support policymakers in targeting interventions effectively.</a:t>
            </a:r>
          </a:p>
          <a:p>
            <a:pPr marL="171450" indent="-171450">
              <a:lnSpc>
                <a:spcPts val="2100"/>
              </a:lnSpc>
              <a:spcBef>
                <a:spcPts val="300"/>
              </a:spcBef>
              <a:spcAft>
                <a:spcPts val="300"/>
              </a:spcAft>
              <a:buFont typeface="Arial" panose="020B0604020202020204" pitchFamily="34" charset="0"/>
              <a:buChar char="•"/>
            </a:pPr>
            <a:r>
              <a:rPr lang="en-ZA" sz="1400" dirty="0">
                <a:latin typeface="system-ui"/>
              </a:rPr>
              <a:t>Assist researchers in analysing agricultural trends.</a:t>
            </a:r>
          </a:p>
        </p:txBody>
      </p:sp>
      <p:sp>
        <p:nvSpPr>
          <p:cNvPr id="6" name="Text Placeholder 3">
            <a:extLst>
              <a:ext uri="{FF2B5EF4-FFF2-40B4-BE49-F238E27FC236}">
                <a16:creationId xmlns:a16="http://schemas.microsoft.com/office/drawing/2014/main" id="{27967D05-DF24-9CFF-9406-902738CFB8CC}"/>
              </a:ext>
            </a:extLst>
          </p:cNvPr>
          <p:cNvSpPr txBox="1">
            <a:spLocks/>
          </p:cNvSpPr>
          <p:nvPr/>
        </p:nvSpPr>
        <p:spPr>
          <a:xfrm>
            <a:off x="109781" y="107639"/>
            <a:ext cx="11404542" cy="520820"/>
          </a:xfrm>
          <a:prstGeom prst="rect">
            <a:avLst/>
          </a:prstGeom>
        </p:spPr>
        <p:txBody>
          <a:bodyPr vert="horz" lIns="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009639"/>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90000"/>
              </a:lnSpc>
              <a:spcBef>
                <a:spcPts val="1000"/>
              </a:spcBef>
            </a:pPr>
            <a:r>
              <a:rPr lang="en-ZA" sz="2000" dirty="0">
                <a:solidFill>
                  <a:srgbClr val="115740"/>
                </a:solidFill>
                <a:latin typeface="Libre Franklin" pitchFamily="2" charset="0"/>
                <a:cs typeface="Arial"/>
              </a:rPr>
              <a:t>Introduction</a:t>
            </a:r>
            <a:endParaRPr lang="en-ZA" sz="1800" b="1" dirty="0">
              <a:latin typeface="Arial"/>
              <a:cs typeface="Arial"/>
            </a:endParaRPr>
          </a:p>
        </p:txBody>
      </p:sp>
    </p:spTree>
    <p:extLst>
      <p:ext uri="{BB962C8B-B14F-4D97-AF65-F5344CB8AC3E}">
        <p14:creationId xmlns:p14="http://schemas.microsoft.com/office/powerpoint/2010/main" val="4043693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41323-3A47-2A1B-1E41-DA52F8215202}"/>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BCA715BB-7EF9-FE77-D951-09603777A340}"/>
              </a:ext>
            </a:extLst>
          </p:cNvPr>
          <p:cNvGraphicFramePr/>
          <p:nvPr>
            <p:extLst>
              <p:ext uri="{D42A27DB-BD31-4B8C-83A1-F6EECF244321}">
                <p14:modId xmlns:p14="http://schemas.microsoft.com/office/powerpoint/2010/main" val="1683873408"/>
              </p:ext>
            </p:extLst>
          </p:nvPr>
        </p:nvGraphicFramePr>
        <p:xfrm>
          <a:off x="468086" y="1458687"/>
          <a:ext cx="10718800" cy="39732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 Placeholder 2">
            <a:extLst>
              <a:ext uri="{FF2B5EF4-FFF2-40B4-BE49-F238E27FC236}">
                <a16:creationId xmlns:a16="http://schemas.microsoft.com/office/drawing/2014/main" id="{91E1E6C3-60C8-3ACC-3B7E-9778420F6DA8}"/>
              </a:ext>
            </a:extLst>
          </p:cNvPr>
          <p:cNvSpPr txBox="1">
            <a:spLocks/>
          </p:cNvSpPr>
          <p:nvPr/>
        </p:nvSpPr>
        <p:spPr>
          <a:xfrm>
            <a:off x="266153" y="502009"/>
            <a:ext cx="10718800" cy="38576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006341"/>
                </a:solidFill>
                <a:latin typeface="Libre Frankl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sz="1600" dirty="0">
                <a:solidFill>
                  <a:srgbClr val="009639"/>
                </a:solidFill>
                <a:latin typeface="+mn-lt"/>
              </a:rPr>
              <a:t>Powerful Toolkit of Packages that we used:</a:t>
            </a:r>
            <a:r>
              <a:rPr lang="en-ZA" dirty="0">
                <a:solidFill>
                  <a:srgbClr val="006341"/>
                </a:solidFill>
              </a:rPr>
              <a:t> </a:t>
            </a:r>
          </a:p>
        </p:txBody>
      </p:sp>
      <p:sp>
        <p:nvSpPr>
          <p:cNvPr id="3" name="TextBox 2">
            <a:extLst>
              <a:ext uri="{FF2B5EF4-FFF2-40B4-BE49-F238E27FC236}">
                <a16:creationId xmlns:a16="http://schemas.microsoft.com/office/drawing/2014/main" id="{150F6044-8B80-E90E-7570-6A4E31DB65A9}"/>
              </a:ext>
            </a:extLst>
          </p:cNvPr>
          <p:cNvSpPr txBox="1"/>
          <p:nvPr/>
        </p:nvSpPr>
        <p:spPr>
          <a:xfrm>
            <a:off x="468086" y="5693229"/>
            <a:ext cx="10853057" cy="276999"/>
          </a:xfrm>
          <a:prstGeom prst="rect">
            <a:avLst/>
          </a:prstGeom>
          <a:noFill/>
        </p:spPr>
        <p:txBody>
          <a:bodyPr wrap="square" rtlCol="0">
            <a:spAutoFit/>
          </a:bodyPr>
          <a:lstStyle/>
          <a:p>
            <a:pPr>
              <a:spcBef>
                <a:spcPts val="300"/>
              </a:spcBef>
              <a:spcAft>
                <a:spcPts val="300"/>
              </a:spcAft>
            </a:pPr>
            <a:r>
              <a:rPr lang="en-ZA" sz="1200" dirty="0">
                <a:solidFill>
                  <a:srgbClr val="424242"/>
                </a:solidFill>
              </a:rPr>
              <a:t>These libraries support data processing, visualization, and model building.</a:t>
            </a:r>
          </a:p>
        </p:txBody>
      </p:sp>
    </p:spTree>
    <p:extLst>
      <p:ext uri="{BB962C8B-B14F-4D97-AF65-F5344CB8AC3E}">
        <p14:creationId xmlns:p14="http://schemas.microsoft.com/office/powerpoint/2010/main" val="1027750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0C5B7-FBAC-2626-95FE-BB09542D3A79}"/>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0DE4D86D-0D37-D89F-4BE0-163D3A8FACC9}"/>
              </a:ext>
            </a:extLst>
          </p:cNvPr>
          <p:cNvGraphicFramePr/>
          <p:nvPr>
            <p:extLst>
              <p:ext uri="{D42A27DB-BD31-4B8C-83A1-F6EECF244321}">
                <p14:modId xmlns:p14="http://schemas.microsoft.com/office/powerpoint/2010/main" val="4008688990"/>
              </p:ext>
            </p:extLst>
          </p:nvPr>
        </p:nvGraphicFramePr>
        <p:xfrm>
          <a:off x="468085" y="1458687"/>
          <a:ext cx="11386457" cy="42127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 Placeholder 2">
            <a:extLst>
              <a:ext uri="{FF2B5EF4-FFF2-40B4-BE49-F238E27FC236}">
                <a16:creationId xmlns:a16="http://schemas.microsoft.com/office/drawing/2014/main" id="{C49C5312-C67F-41C7-CE08-E7D60F49EFEC}"/>
              </a:ext>
            </a:extLst>
          </p:cNvPr>
          <p:cNvSpPr txBox="1">
            <a:spLocks/>
          </p:cNvSpPr>
          <p:nvPr/>
        </p:nvSpPr>
        <p:spPr>
          <a:xfrm>
            <a:off x="339725" y="217646"/>
            <a:ext cx="10718800" cy="38576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006341"/>
                </a:solidFill>
                <a:latin typeface="Libre Frankl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b="1" dirty="0"/>
              <a:t>Data </a:t>
            </a:r>
            <a:r>
              <a:rPr lang="en-ZA" dirty="0"/>
              <a:t>Clean-up</a:t>
            </a:r>
          </a:p>
        </p:txBody>
      </p:sp>
      <p:sp>
        <p:nvSpPr>
          <p:cNvPr id="6" name="Text Placeholder 3">
            <a:extLst>
              <a:ext uri="{FF2B5EF4-FFF2-40B4-BE49-F238E27FC236}">
                <a16:creationId xmlns:a16="http://schemas.microsoft.com/office/drawing/2014/main" id="{D452F3E4-E4C1-A8DD-08E7-81EFF4CA204C}"/>
              </a:ext>
            </a:extLst>
          </p:cNvPr>
          <p:cNvSpPr txBox="1">
            <a:spLocks/>
          </p:cNvSpPr>
          <p:nvPr/>
        </p:nvSpPr>
        <p:spPr>
          <a:xfrm>
            <a:off x="339725" y="639677"/>
            <a:ext cx="10718800" cy="54686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rgbClr val="00E677"/>
                </a:solidFill>
                <a:latin typeface="Libre Frankl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Libre Frankl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sz="1800" dirty="0">
                <a:solidFill>
                  <a:srgbClr val="009639"/>
                </a:solidFill>
                <a:latin typeface="+mn-lt"/>
              </a:rPr>
              <a:t>I conducted several data preprocessing tasks to ensure our dataset was well-prepared for analysis and visualization: </a:t>
            </a:r>
          </a:p>
        </p:txBody>
      </p:sp>
      <p:sp>
        <p:nvSpPr>
          <p:cNvPr id="2" name="TextBox 1">
            <a:extLst>
              <a:ext uri="{FF2B5EF4-FFF2-40B4-BE49-F238E27FC236}">
                <a16:creationId xmlns:a16="http://schemas.microsoft.com/office/drawing/2014/main" id="{5A310EDD-98BD-879A-7BF8-DB5F62F2D75E}"/>
              </a:ext>
            </a:extLst>
          </p:cNvPr>
          <p:cNvSpPr txBox="1"/>
          <p:nvPr/>
        </p:nvSpPr>
        <p:spPr>
          <a:xfrm>
            <a:off x="468086" y="5693229"/>
            <a:ext cx="10853057" cy="276999"/>
          </a:xfrm>
          <a:prstGeom prst="rect">
            <a:avLst/>
          </a:prstGeom>
          <a:noFill/>
        </p:spPr>
        <p:txBody>
          <a:bodyPr wrap="square" rtlCol="0">
            <a:spAutoFit/>
          </a:bodyPr>
          <a:lstStyle/>
          <a:p>
            <a:pPr>
              <a:spcBef>
                <a:spcPts val="300"/>
              </a:spcBef>
              <a:spcAft>
                <a:spcPts val="300"/>
              </a:spcAft>
            </a:pPr>
            <a:r>
              <a:rPr lang="en-ZA" sz="1200" dirty="0"/>
              <a:t>This comprehensive approach resulted in cleaned and reliable dataset ready for analysis.</a:t>
            </a:r>
            <a:endParaRPr lang="en-ZA" sz="1200" dirty="0">
              <a:solidFill>
                <a:srgbClr val="424242"/>
              </a:solidFill>
            </a:endParaRPr>
          </a:p>
        </p:txBody>
      </p:sp>
    </p:spTree>
    <p:extLst>
      <p:ext uri="{BB962C8B-B14F-4D97-AF65-F5344CB8AC3E}">
        <p14:creationId xmlns:p14="http://schemas.microsoft.com/office/powerpoint/2010/main" val="3677209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552AA8-50AF-30BF-7D4B-9B5163807BAA}"/>
              </a:ext>
            </a:extLst>
          </p:cNvPr>
          <p:cNvSpPr/>
          <p:nvPr/>
        </p:nvSpPr>
        <p:spPr>
          <a:xfrm>
            <a:off x="0" y="6181766"/>
            <a:ext cx="12192000" cy="676234"/>
          </a:xfrm>
          <a:prstGeom prst="rect">
            <a:avLst/>
          </a:prstGeom>
          <a:solidFill>
            <a:srgbClr val="2379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pplication&#10;&#10;Description automatically generated with medium confidence">
            <a:extLst>
              <a:ext uri="{FF2B5EF4-FFF2-40B4-BE49-F238E27FC236}">
                <a16:creationId xmlns:a16="http://schemas.microsoft.com/office/drawing/2014/main" id="{1CFF420A-15E6-199D-D900-5635F4AD21F7}"/>
              </a:ext>
            </a:extLst>
          </p:cNvPr>
          <p:cNvPicPr>
            <a:picLocks noChangeAspect="1"/>
          </p:cNvPicPr>
          <p:nvPr/>
        </p:nvPicPr>
        <p:blipFill rotWithShape="1">
          <a:blip r:embed="rId2"/>
          <a:srcRect l="31004" t="29565" r="33478" b="20870"/>
          <a:stretch/>
        </p:blipFill>
        <p:spPr>
          <a:xfrm>
            <a:off x="10836647" y="6181766"/>
            <a:ext cx="1355353" cy="750050"/>
          </a:xfrm>
          <a:prstGeom prst="rect">
            <a:avLst/>
          </a:prstGeom>
        </p:spPr>
      </p:pic>
      <p:sp>
        <p:nvSpPr>
          <p:cNvPr id="4" name="Rectangle 3">
            <a:extLst>
              <a:ext uri="{FF2B5EF4-FFF2-40B4-BE49-F238E27FC236}">
                <a16:creationId xmlns:a16="http://schemas.microsoft.com/office/drawing/2014/main" id="{FBC41C9C-DA98-2034-CD32-50803649B15B}"/>
              </a:ext>
            </a:extLst>
          </p:cNvPr>
          <p:cNvSpPr/>
          <p:nvPr/>
        </p:nvSpPr>
        <p:spPr>
          <a:xfrm>
            <a:off x="856110" y="455567"/>
            <a:ext cx="10479779" cy="45719"/>
          </a:xfrm>
          <a:prstGeom prst="rect">
            <a:avLst/>
          </a:prstGeom>
          <a:gradFill>
            <a:gsLst>
              <a:gs pos="0">
                <a:schemeClr val="bg1">
                  <a:alpha val="0"/>
                </a:schemeClr>
              </a:gs>
              <a:gs pos="52000">
                <a:srgbClr val="006341"/>
              </a:gs>
              <a:gs pos="99000">
                <a:schemeClr val="bg1"/>
              </a:gs>
            </a:gsLst>
            <a:lin ang="0" scaled="0"/>
          </a:gradFill>
          <a:ln w="9525">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ibre Franklin" pitchFamily="2" charset="77"/>
            </a:endParaRPr>
          </a:p>
        </p:txBody>
      </p:sp>
      <p:sp>
        <p:nvSpPr>
          <p:cNvPr id="5" name="TextBox 4">
            <a:extLst>
              <a:ext uri="{FF2B5EF4-FFF2-40B4-BE49-F238E27FC236}">
                <a16:creationId xmlns:a16="http://schemas.microsoft.com/office/drawing/2014/main" id="{BBCEF18C-EC23-2264-8C7A-4007E0A9B4B3}"/>
              </a:ext>
            </a:extLst>
          </p:cNvPr>
          <p:cNvSpPr txBox="1"/>
          <p:nvPr/>
        </p:nvSpPr>
        <p:spPr>
          <a:xfrm>
            <a:off x="346225" y="520820"/>
            <a:ext cx="11499547" cy="5530183"/>
          </a:xfrm>
          <a:prstGeom prst="rect">
            <a:avLst/>
          </a:prstGeom>
          <a:noFill/>
        </p:spPr>
        <p:txBody>
          <a:bodyPr wrap="square" lIns="0" tIns="49347" rIns="98694" bIns="49347" rtlCol="0" anchor="t">
            <a:spAutoFit/>
          </a:bodyPr>
          <a:lstStyle/>
          <a:p>
            <a:pPr algn="just">
              <a:lnSpc>
                <a:spcPts val="2100"/>
              </a:lnSpc>
              <a:spcBef>
                <a:spcPts val="300"/>
              </a:spcBef>
              <a:spcAft>
                <a:spcPts val="300"/>
              </a:spcAft>
              <a:buNone/>
            </a:pPr>
            <a:r>
              <a:rPr lang="en-ZA" sz="1200" b="1" dirty="0">
                <a:solidFill>
                  <a:srgbClr val="424242"/>
                </a:solidFill>
                <a:latin typeface="Segoe Sans"/>
              </a:rPr>
              <a:t>Purpose</a:t>
            </a:r>
            <a:r>
              <a:rPr lang="en-ZA" sz="1200" dirty="0">
                <a:solidFill>
                  <a:srgbClr val="424242"/>
                </a:solidFill>
                <a:latin typeface="Segoe Sans"/>
              </a:rPr>
              <a:t>: Assess effectiveness and accuracy of predictive models for crop production forecasting.</a:t>
            </a:r>
          </a:p>
          <a:p>
            <a:pPr algn="just">
              <a:lnSpc>
                <a:spcPts val="2100"/>
              </a:lnSpc>
              <a:spcBef>
                <a:spcPts val="300"/>
              </a:spcBef>
              <a:spcAft>
                <a:spcPts val="300"/>
              </a:spcAft>
            </a:pPr>
            <a:r>
              <a:rPr lang="en-ZA" sz="1200" b="1" dirty="0">
                <a:solidFill>
                  <a:srgbClr val="424242"/>
                </a:solidFill>
                <a:latin typeface="Segoe Sans"/>
              </a:rPr>
              <a:t>Evaluation Metrics</a:t>
            </a:r>
            <a:r>
              <a:rPr lang="en-ZA" sz="1200" dirty="0">
                <a:solidFill>
                  <a:srgbClr val="424242"/>
                </a:solidFill>
                <a:latin typeface="Segoe Sans"/>
              </a:rPr>
              <a:t>:</a:t>
            </a:r>
          </a:p>
          <a:p>
            <a:pPr marL="171450" indent="-171450" algn="just">
              <a:lnSpc>
                <a:spcPts val="2100"/>
              </a:lnSpc>
              <a:spcBef>
                <a:spcPts val="300"/>
              </a:spcBef>
              <a:spcAft>
                <a:spcPts val="300"/>
              </a:spcAft>
              <a:buFont typeface="Arial" panose="020B0604020202020204" pitchFamily="34" charset="0"/>
              <a:buChar char="•"/>
            </a:pPr>
            <a:r>
              <a:rPr lang="en-ZA" sz="1200" dirty="0">
                <a:solidFill>
                  <a:srgbClr val="424242"/>
                </a:solidFill>
                <a:latin typeface="Segoe Sans"/>
              </a:rPr>
              <a:t>R² Score: Explains variance in target.</a:t>
            </a:r>
          </a:p>
          <a:p>
            <a:pPr marL="171450" indent="-171450" algn="just">
              <a:lnSpc>
                <a:spcPts val="2100"/>
              </a:lnSpc>
              <a:spcBef>
                <a:spcPts val="300"/>
              </a:spcBef>
              <a:spcAft>
                <a:spcPts val="300"/>
              </a:spcAft>
              <a:buFont typeface="Arial" panose="020B0604020202020204" pitchFamily="34" charset="0"/>
              <a:buChar char="•"/>
            </a:pPr>
            <a:r>
              <a:rPr lang="en-ZA" sz="1200" dirty="0">
                <a:solidFill>
                  <a:srgbClr val="424242"/>
                </a:solidFill>
                <a:latin typeface="Segoe Sans"/>
              </a:rPr>
              <a:t>RMSE: Measures prediction error magnitude.</a:t>
            </a:r>
          </a:p>
          <a:p>
            <a:pPr marL="171450" indent="-171450" algn="just">
              <a:lnSpc>
                <a:spcPts val="2100"/>
              </a:lnSpc>
              <a:spcBef>
                <a:spcPts val="300"/>
              </a:spcBef>
              <a:spcAft>
                <a:spcPts val="300"/>
              </a:spcAft>
              <a:buFont typeface="Arial" panose="020B0604020202020204" pitchFamily="34" charset="0"/>
              <a:buChar char="•"/>
            </a:pPr>
            <a:r>
              <a:rPr lang="en-ZA" sz="1200" dirty="0">
                <a:solidFill>
                  <a:srgbClr val="424242"/>
                </a:solidFill>
                <a:latin typeface="Segoe Sans"/>
              </a:rPr>
              <a:t>(For classification: Accuracy, Precision, Recall, F1-score.)</a:t>
            </a:r>
          </a:p>
          <a:p>
            <a:pPr algn="just">
              <a:lnSpc>
                <a:spcPts val="2100"/>
              </a:lnSpc>
              <a:spcBef>
                <a:spcPts val="300"/>
              </a:spcBef>
              <a:spcAft>
                <a:spcPts val="300"/>
              </a:spcAft>
              <a:buNone/>
            </a:pPr>
            <a:r>
              <a:rPr lang="en-ZA" sz="1200" b="1" dirty="0">
                <a:solidFill>
                  <a:srgbClr val="424242"/>
                </a:solidFill>
                <a:latin typeface="Segoe Sans"/>
              </a:rPr>
              <a:t>Model Performance</a:t>
            </a:r>
            <a:r>
              <a:rPr lang="en-ZA" sz="1200" dirty="0">
                <a:solidFill>
                  <a:srgbClr val="424242"/>
                </a:solidFill>
                <a:latin typeface="Segoe Sans"/>
              </a:rPr>
              <a:t>:</a:t>
            </a:r>
          </a:p>
          <a:p>
            <a:pPr marL="171450" indent="-171450" algn="just">
              <a:lnSpc>
                <a:spcPts val="2100"/>
              </a:lnSpc>
              <a:spcBef>
                <a:spcPts val="300"/>
              </a:spcBef>
              <a:spcAft>
                <a:spcPts val="300"/>
              </a:spcAft>
              <a:buFont typeface="Arial" panose="020B0604020202020204" pitchFamily="34" charset="0"/>
              <a:buChar char="•"/>
            </a:pPr>
            <a:r>
              <a:rPr lang="en-ZA" sz="1200" dirty="0">
                <a:solidFill>
                  <a:srgbClr val="424242"/>
                </a:solidFill>
                <a:latin typeface="Segoe Sans"/>
              </a:rPr>
              <a:t>Linear Regression: R² ≈ 0.65, higher error.</a:t>
            </a:r>
          </a:p>
          <a:p>
            <a:pPr marL="171450" indent="-171450" algn="just">
              <a:lnSpc>
                <a:spcPts val="2100"/>
              </a:lnSpc>
              <a:spcBef>
                <a:spcPts val="300"/>
              </a:spcBef>
              <a:spcAft>
                <a:spcPts val="300"/>
              </a:spcAft>
              <a:buFont typeface="Arial" panose="020B0604020202020204" pitchFamily="34" charset="0"/>
              <a:buChar char="•"/>
            </a:pPr>
            <a:r>
              <a:rPr lang="en-ZA" sz="1200" dirty="0">
                <a:solidFill>
                  <a:srgbClr val="424242"/>
                </a:solidFill>
                <a:latin typeface="Segoe Sans"/>
              </a:rPr>
              <a:t>Random Forest: R² ≈ 0.85, lower error.</a:t>
            </a:r>
          </a:p>
          <a:p>
            <a:pPr algn="just">
              <a:lnSpc>
                <a:spcPts val="2100"/>
              </a:lnSpc>
              <a:spcBef>
                <a:spcPts val="300"/>
              </a:spcBef>
              <a:spcAft>
                <a:spcPts val="300"/>
              </a:spcAft>
              <a:buNone/>
            </a:pPr>
            <a:r>
              <a:rPr lang="en-ZA" sz="1200" b="1" dirty="0">
                <a:solidFill>
                  <a:srgbClr val="424242"/>
                </a:solidFill>
                <a:latin typeface="Segoe Sans"/>
              </a:rPr>
              <a:t>Interpretation</a:t>
            </a:r>
            <a:r>
              <a:rPr lang="en-ZA" sz="1200" dirty="0">
                <a:solidFill>
                  <a:srgbClr val="424242"/>
                </a:solidFill>
                <a:latin typeface="Segoe Sans"/>
              </a:rPr>
              <a:t>: Random Forest is more accurate and preferred.</a:t>
            </a:r>
          </a:p>
          <a:p>
            <a:pPr algn="just">
              <a:lnSpc>
                <a:spcPts val="2100"/>
              </a:lnSpc>
              <a:spcBef>
                <a:spcPts val="300"/>
              </a:spcBef>
              <a:spcAft>
                <a:spcPts val="300"/>
              </a:spcAft>
              <a:buNone/>
            </a:pPr>
            <a:endParaRPr lang="en-ZA" sz="1200" dirty="0">
              <a:solidFill>
                <a:srgbClr val="424242"/>
              </a:solidFill>
              <a:latin typeface="Segoe Sans"/>
            </a:endParaRPr>
          </a:p>
          <a:p>
            <a:pPr algn="just">
              <a:lnSpc>
                <a:spcPts val="2100"/>
              </a:lnSpc>
              <a:spcBef>
                <a:spcPts val="300"/>
              </a:spcBef>
              <a:spcAft>
                <a:spcPts val="300"/>
              </a:spcAft>
              <a:buNone/>
            </a:pPr>
            <a:r>
              <a:rPr lang="en-ZA" sz="1200" b="1" dirty="0">
                <a:solidFill>
                  <a:srgbClr val="424242"/>
                </a:solidFill>
                <a:latin typeface="Segoe Sans"/>
              </a:rPr>
              <a:t>Summary:</a:t>
            </a:r>
          </a:p>
          <a:p>
            <a:pPr marL="171450" indent="-171450" algn="just">
              <a:lnSpc>
                <a:spcPts val="2100"/>
              </a:lnSpc>
              <a:spcBef>
                <a:spcPts val="300"/>
              </a:spcBef>
              <a:spcAft>
                <a:spcPts val="300"/>
              </a:spcAft>
              <a:buFont typeface="Arial" panose="020B0604020202020204" pitchFamily="34" charset="0"/>
              <a:buChar char="•"/>
            </a:pPr>
            <a:r>
              <a:rPr lang="en-ZA" sz="1200" dirty="0">
                <a:solidFill>
                  <a:srgbClr val="424242"/>
                </a:solidFill>
                <a:latin typeface="Segoe Sans"/>
              </a:rPr>
              <a:t>Random Forest shows superior performance and robustness.</a:t>
            </a:r>
          </a:p>
          <a:p>
            <a:pPr marL="171450" indent="-171450" algn="just">
              <a:lnSpc>
                <a:spcPts val="2100"/>
              </a:lnSpc>
              <a:spcBef>
                <a:spcPts val="300"/>
              </a:spcBef>
              <a:spcAft>
                <a:spcPts val="300"/>
              </a:spcAft>
              <a:buFont typeface="Arial" panose="020B0604020202020204" pitchFamily="34" charset="0"/>
              <a:buChar char="•"/>
            </a:pPr>
            <a:r>
              <a:rPr lang="en-ZA" sz="1200" dirty="0">
                <a:solidFill>
                  <a:srgbClr val="424242"/>
                </a:solidFill>
                <a:latin typeface="Segoe Sans"/>
              </a:rPr>
              <a:t>Models generalize well to unseen data.</a:t>
            </a:r>
          </a:p>
          <a:p>
            <a:pPr marL="171450" indent="-171450" algn="just">
              <a:lnSpc>
                <a:spcPts val="2100"/>
              </a:lnSpc>
              <a:spcBef>
                <a:spcPts val="300"/>
              </a:spcBef>
              <a:spcAft>
                <a:spcPts val="300"/>
              </a:spcAft>
              <a:buFont typeface="Arial" panose="020B0604020202020204" pitchFamily="34" charset="0"/>
              <a:buChar char="•"/>
            </a:pPr>
            <a:endParaRPr lang="en-ZA" sz="1200" dirty="0">
              <a:solidFill>
                <a:srgbClr val="424242"/>
              </a:solidFill>
              <a:latin typeface="Segoe Sans"/>
            </a:endParaRPr>
          </a:p>
          <a:p>
            <a:pPr algn="just">
              <a:lnSpc>
                <a:spcPts val="2100"/>
              </a:lnSpc>
              <a:spcBef>
                <a:spcPts val="300"/>
              </a:spcBef>
              <a:spcAft>
                <a:spcPts val="300"/>
              </a:spcAft>
              <a:buNone/>
            </a:pPr>
            <a:r>
              <a:rPr lang="en-ZA" sz="1200" b="1" dirty="0">
                <a:solidFill>
                  <a:srgbClr val="424242"/>
                </a:solidFill>
                <a:latin typeface="Segoe Sans"/>
              </a:rPr>
              <a:t>Future Improvements:</a:t>
            </a:r>
          </a:p>
          <a:p>
            <a:pPr marL="171450" indent="-171450" algn="just">
              <a:lnSpc>
                <a:spcPts val="2100"/>
              </a:lnSpc>
              <a:spcBef>
                <a:spcPts val="300"/>
              </a:spcBef>
              <a:spcAft>
                <a:spcPts val="300"/>
              </a:spcAft>
              <a:buFont typeface="Arial" panose="020B0604020202020204" pitchFamily="34" charset="0"/>
              <a:buChar char="•"/>
            </a:pPr>
            <a:r>
              <a:rPr lang="en-ZA" sz="1200" dirty="0">
                <a:solidFill>
                  <a:srgbClr val="424242"/>
                </a:solidFill>
                <a:latin typeface="Segoe Sans"/>
              </a:rPr>
              <a:t>Add features (rainfall, soil type).Apply cross-validation for reliability</a:t>
            </a:r>
          </a:p>
        </p:txBody>
      </p:sp>
      <p:sp>
        <p:nvSpPr>
          <p:cNvPr id="6" name="Text Placeholder 3">
            <a:extLst>
              <a:ext uri="{FF2B5EF4-FFF2-40B4-BE49-F238E27FC236}">
                <a16:creationId xmlns:a16="http://schemas.microsoft.com/office/drawing/2014/main" id="{27967D05-DF24-9CFF-9406-902738CFB8CC}"/>
              </a:ext>
            </a:extLst>
          </p:cNvPr>
          <p:cNvSpPr txBox="1">
            <a:spLocks/>
          </p:cNvSpPr>
          <p:nvPr/>
        </p:nvSpPr>
        <p:spPr>
          <a:xfrm>
            <a:off x="109781" y="107639"/>
            <a:ext cx="11404542" cy="520820"/>
          </a:xfrm>
          <a:prstGeom prst="rect">
            <a:avLst/>
          </a:prstGeom>
        </p:spPr>
        <p:txBody>
          <a:bodyPr vert="horz" lIns="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009639"/>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90000"/>
              </a:lnSpc>
              <a:spcBef>
                <a:spcPts val="1000"/>
              </a:spcBef>
            </a:pPr>
            <a:r>
              <a:rPr lang="en-ZA" sz="2000" b="1" dirty="0">
                <a:solidFill>
                  <a:srgbClr val="115740"/>
                </a:solidFill>
                <a:latin typeface="Libre Franklin" pitchFamily="2" charset="0"/>
                <a:cs typeface="Arial"/>
              </a:rPr>
              <a:t>Model Evaluation</a:t>
            </a:r>
            <a:endParaRPr lang="en-ZA" sz="1800" b="1" dirty="0">
              <a:latin typeface="Arial"/>
              <a:cs typeface="Arial"/>
            </a:endParaRPr>
          </a:p>
        </p:txBody>
      </p:sp>
    </p:spTree>
    <p:extLst>
      <p:ext uri="{BB962C8B-B14F-4D97-AF65-F5344CB8AC3E}">
        <p14:creationId xmlns:p14="http://schemas.microsoft.com/office/powerpoint/2010/main" val="3637270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552AA8-50AF-30BF-7D4B-9B5163807BAA}"/>
              </a:ext>
            </a:extLst>
          </p:cNvPr>
          <p:cNvSpPr/>
          <p:nvPr/>
        </p:nvSpPr>
        <p:spPr>
          <a:xfrm>
            <a:off x="0" y="6181766"/>
            <a:ext cx="12192000" cy="676234"/>
          </a:xfrm>
          <a:prstGeom prst="rect">
            <a:avLst/>
          </a:prstGeom>
          <a:solidFill>
            <a:srgbClr val="2379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pplication&#10;&#10;Description automatically generated with medium confidence">
            <a:extLst>
              <a:ext uri="{FF2B5EF4-FFF2-40B4-BE49-F238E27FC236}">
                <a16:creationId xmlns:a16="http://schemas.microsoft.com/office/drawing/2014/main" id="{1CFF420A-15E6-199D-D900-5635F4AD21F7}"/>
              </a:ext>
            </a:extLst>
          </p:cNvPr>
          <p:cNvPicPr>
            <a:picLocks noChangeAspect="1"/>
          </p:cNvPicPr>
          <p:nvPr/>
        </p:nvPicPr>
        <p:blipFill rotWithShape="1">
          <a:blip r:embed="rId2"/>
          <a:srcRect l="31004" t="29565" r="33478" b="20870"/>
          <a:stretch/>
        </p:blipFill>
        <p:spPr>
          <a:xfrm>
            <a:off x="10836647" y="6181766"/>
            <a:ext cx="1355353" cy="750050"/>
          </a:xfrm>
          <a:prstGeom prst="rect">
            <a:avLst/>
          </a:prstGeom>
        </p:spPr>
      </p:pic>
      <p:sp>
        <p:nvSpPr>
          <p:cNvPr id="4" name="Rectangle 3">
            <a:extLst>
              <a:ext uri="{FF2B5EF4-FFF2-40B4-BE49-F238E27FC236}">
                <a16:creationId xmlns:a16="http://schemas.microsoft.com/office/drawing/2014/main" id="{FBC41C9C-DA98-2034-CD32-50803649B15B}"/>
              </a:ext>
            </a:extLst>
          </p:cNvPr>
          <p:cNvSpPr/>
          <p:nvPr/>
        </p:nvSpPr>
        <p:spPr>
          <a:xfrm>
            <a:off x="856110" y="455567"/>
            <a:ext cx="10479779" cy="45719"/>
          </a:xfrm>
          <a:prstGeom prst="rect">
            <a:avLst/>
          </a:prstGeom>
          <a:gradFill>
            <a:gsLst>
              <a:gs pos="0">
                <a:schemeClr val="bg1">
                  <a:alpha val="0"/>
                </a:schemeClr>
              </a:gs>
              <a:gs pos="52000">
                <a:srgbClr val="006341"/>
              </a:gs>
              <a:gs pos="99000">
                <a:schemeClr val="bg1"/>
              </a:gs>
            </a:gsLst>
            <a:lin ang="0" scaled="0"/>
          </a:gradFill>
          <a:ln w="9525">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ibre Franklin" pitchFamily="2" charset="77"/>
            </a:endParaRPr>
          </a:p>
        </p:txBody>
      </p:sp>
      <p:sp>
        <p:nvSpPr>
          <p:cNvPr id="6" name="Text Placeholder 3">
            <a:extLst>
              <a:ext uri="{FF2B5EF4-FFF2-40B4-BE49-F238E27FC236}">
                <a16:creationId xmlns:a16="http://schemas.microsoft.com/office/drawing/2014/main" id="{27967D05-DF24-9CFF-9406-902738CFB8CC}"/>
              </a:ext>
            </a:extLst>
          </p:cNvPr>
          <p:cNvSpPr txBox="1">
            <a:spLocks/>
          </p:cNvSpPr>
          <p:nvPr/>
        </p:nvSpPr>
        <p:spPr>
          <a:xfrm>
            <a:off x="109781" y="107639"/>
            <a:ext cx="11404542" cy="520820"/>
          </a:xfrm>
          <a:prstGeom prst="rect">
            <a:avLst/>
          </a:prstGeom>
        </p:spPr>
        <p:txBody>
          <a:bodyPr vert="horz" lIns="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009639"/>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90000"/>
              </a:lnSpc>
              <a:spcBef>
                <a:spcPts val="1000"/>
              </a:spcBef>
            </a:pPr>
            <a:r>
              <a:rPr lang="en-ZA" sz="2000" b="1" dirty="0">
                <a:solidFill>
                  <a:srgbClr val="115740"/>
                </a:solidFill>
                <a:latin typeface="Libre Franklin" pitchFamily="2" charset="0"/>
                <a:cs typeface="Arial"/>
              </a:rPr>
              <a:t>Model Evaluation</a:t>
            </a:r>
            <a:endParaRPr lang="en-ZA" sz="1800" b="1" dirty="0">
              <a:latin typeface="Arial"/>
              <a:cs typeface="Arial"/>
            </a:endParaRPr>
          </a:p>
        </p:txBody>
      </p:sp>
      <p:pic>
        <p:nvPicPr>
          <p:cNvPr id="7" name="Picture 6" descr="image.png">
            <a:extLst>
              <a:ext uri="{FF2B5EF4-FFF2-40B4-BE49-F238E27FC236}">
                <a16:creationId xmlns:a16="http://schemas.microsoft.com/office/drawing/2014/main" id="{7F739071-39CA-8B6B-B801-A398D9378F3A}"/>
              </a:ext>
            </a:extLst>
          </p:cNvPr>
          <p:cNvPicPr>
            <a:picLocks noChangeAspect="1"/>
          </p:cNvPicPr>
          <p:nvPr/>
        </p:nvPicPr>
        <p:blipFill>
          <a:blip r:embed="rId3"/>
          <a:stretch>
            <a:fillRect/>
          </a:stretch>
        </p:blipFill>
        <p:spPr>
          <a:xfrm>
            <a:off x="856111" y="976387"/>
            <a:ext cx="6953076" cy="4162097"/>
          </a:xfrm>
          <a:prstGeom prst="rect">
            <a:avLst/>
          </a:prstGeom>
        </p:spPr>
      </p:pic>
      <p:sp>
        <p:nvSpPr>
          <p:cNvPr id="8" name="TextBox 7">
            <a:extLst>
              <a:ext uri="{FF2B5EF4-FFF2-40B4-BE49-F238E27FC236}">
                <a16:creationId xmlns:a16="http://schemas.microsoft.com/office/drawing/2014/main" id="{B5439B6E-79A5-FECD-1DA9-8A5DCF28B1B0}"/>
              </a:ext>
            </a:extLst>
          </p:cNvPr>
          <p:cNvSpPr txBox="1"/>
          <p:nvPr/>
        </p:nvSpPr>
        <p:spPr>
          <a:xfrm>
            <a:off x="109781" y="594794"/>
            <a:ext cx="3393878" cy="307777"/>
          </a:xfrm>
          <a:prstGeom prst="rect">
            <a:avLst/>
          </a:prstGeom>
          <a:noFill/>
        </p:spPr>
        <p:txBody>
          <a:bodyPr wrap="none">
            <a:spAutoFit/>
          </a:bodyPr>
          <a:lstStyle/>
          <a:p>
            <a:pPr>
              <a:defRPr sz="2400" b="1"/>
            </a:pPr>
            <a:r>
              <a:rPr sz="1400" b="1" dirty="0">
                <a:solidFill>
                  <a:srgbClr val="006341"/>
                </a:solidFill>
                <a:latin typeface="Libre Franklin" pitchFamily="2" charset="77"/>
              </a:rPr>
              <a:t>Feature Importance (Random </a:t>
            </a:r>
            <a:r>
              <a:rPr sz="1400" dirty="0">
                <a:solidFill>
                  <a:srgbClr val="006341"/>
                </a:solidFill>
                <a:latin typeface="Libre Franklin" pitchFamily="2" charset="77"/>
              </a:rPr>
              <a:t>Forest</a:t>
            </a:r>
            <a:r>
              <a:rPr sz="1400" b="1" dirty="0">
                <a:solidFill>
                  <a:srgbClr val="006341"/>
                </a:solidFill>
                <a:latin typeface="Libre Franklin" pitchFamily="2" charset="77"/>
              </a:rPr>
              <a:t>)</a:t>
            </a:r>
          </a:p>
        </p:txBody>
      </p:sp>
      <p:sp>
        <p:nvSpPr>
          <p:cNvPr id="9" name="TextBox 8">
            <a:extLst>
              <a:ext uri="{FF2B5EF4-FFF2-40B4-BE49-F238E27FC236}">
                <a16:creationId xmlns:a16="http://schemas.microsoft.com/office/drawing/2014/main" id="{94792B6E-BDAE-7014-8E94-B2F67D5F7FD6}"/>
              </a:ext>
            </a:extLst>
          </p:cNvPr>
          <p:cNvSpPr txBox="1"/>
          <p:nvPr/>
        </p:nvSpPr>
        <p:spPr>
          <a:xfrm>
            <a:off x="7399283" y="1135639"/>
            <a:ext cx="4514194" cy="2854628"/>
          </a:xfrm>
          <a:prstGeom prst="rect">
            <a:avLst/>
          </a:prstGeom>
          <a:noFill/>
        </p:spPr>
        <p:txBody>
          <a:bodyPr wrap="square" rtlCol="0">
            <a:spAutoFit/>
          </a:bodyPr>
          <a:lstStyle/>
          <a:p>
            <a:pPr marR="0" lvl="0" algn="just" fontAlgn="auto">
              <a:lnSpc>
                <a:spcPct val="100000"/>
              </a:lnSpc>
              <a:spcBef>
                <a:spcPts val="300"/>
              </a:spcBef>
              <a:spcAft>
                <a:spcPts val="300"/>
              </a:spcAft>
              <a:buClrTx/>
              <a:buSzTx/>
              <a:tabLst/>
              <a:defRPr/>
            </a:pPr>
            <a:endParaRPr lang="en-ZA" sz="1600" b="1" dirty="0">
              <a:solidFill>
                <a:srgbClr val="424242"/>
              </a:solidFill>
              <a:latin typeface="Segoe Sans"/>
            </a:endParaRPr>
          </a:p>
          <a:p>
            <a:pPr marR="0" lvl="0" algn="just" fontAlgn="auto">
              <a:lnSpc>
                <a:spcPts val="2100"/>
              </a:lnSpc>
              <a:spcBef>
                <a:spcPts val="300"/>
              </a:spcBef>
              <a:spcAft>
                <a:spcPts val="300"/>
              </a:spcAft>
              <a:buClrTx/>
              <a:buSzTx/>
              <a:tabLst/>
              <a:defRPr/>
            </a:pPr>
            <a:r>
              <a:rPr lang="en-ZA" sz="1400" dirty="0"/>
              <a:t>Interpretation:</a:t>
            </a:r>
          </a:p>
          <a:p>
            <a:pPr algn="just">
              <a:lnSpc>
                <a:spcPts val="2100"/>
              </a:lnSpc>
              <a:spcBef>
                <a:spcPts val="300"/>
              </a:spcBef>
              <a:spcAft>
                <a:spcPts val="300"/>
              </a:spcAft>
              <a:defRPr/>
            </a:pPr>
            <a:r>
              <a:rPr lang="en-ZA" sz="1400" dirty="0"/>
              <a:t>Random Forest captures non-linear relationships and interactions.</a:t>
            </a:r>
          </a:p>
          <a:p>
            <a:pPr marR="0" lvl="0" algn="just" fontAlgn="auto">
              <a:lnSpc>
                <a:spcPts val="2100"/>
              </a:lnSpc>
              <a:spcBef>
                <a:spcPts val="300"/>
              </a:spcBef>
              <a:spcAft>
                <a:spcPts val="300"/>
              </a:spcAft>
              <a:buClrTx/>
              <a:buSzTx/>
              <a:tabLst/>
              <a:defRPr/>
            </a:pPr>
            <a:r>
              <a:rPr lang="en-ZA" sz="1400" dirty="0"/>
              <a:t>• Rice Area is the most influential predictor.</a:t>
            </a:r>
          </a:p>
          <a:p>
            <a:pPr marR="0" lvl="0" algn="just" fontAlgn="auto">
              <a:lnSpc>
                <a:spcPts val="2100"/>
              </a:lnSpc>
              <a:spcBef>
                <a:spcPts val="300"/>
              </a:spcBef>
              <a:spcAft>
                <a:spcPts val="300"/>
              </a:spcAft>
              <a:buClrTx/>
              <a:buSzTx/>
              <a:tabLst/>
              <a:defRPr/>
            </a:pPr>
            <a:r>
              <a:rPr lang="en-ZA" sz="1400" dirty="0"/>
              <a:t>• Residuals from Random Forest are more evenly distributed, indicating better fit.</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ZA" sz="1800" i="0" u="none" strike="noStrike" kern="1200" cap="none" spc="0" normalizeH="0" baseline="0" noProof="0" dirty="0">
              <a:ln>
                <a:noFill/>
              </a:ln>
              <a:solidFill>
                <a:prstClr val="black"/>
              </a:solidFill>
              <a:effectLst/>
              <a:uLnTx/>
              <a:uFillTx/>
              <a:latin typeface="Aptos" panose="02110004020202020204"/>
              <a:ea typeface="+mn-ea"/>
              <a:cs typeface="+mn-cs"/>
            </a:endParaRPr>
          </a:p>
          <a:p>
            <a:endParaRPr lang="en-ZA" dirty="0"/>
          </a:p>
        </p:txBody>
      </p:sp>
    </p:spTree>
    <p:extLst>
      <p:ext uri="{BB962C8B-B14F-4D97-AF65-F5344CB8AC3E}">
        <p14:creationId xmlns:p14="http://schemas.microsoft.com/office/powerpoint/2010/main" val="3227028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552AA8-50AF-30BF-7D4B-9B5163807BAA}"/>
              </a:ext>
            </a:extLst>
          </p:cNvPr>
          <p:cNvSpPr/>
          <p:nvPr/>
        </p:nvSpPr>
        <p:spPr>
          <a:xfrm>
            <a:off x="0" y="6181766"/>
            <a:ext cx="12192000" cy="676234"/>
          </a:xfrm>
          <a:prstGeom prst="rect">
            <a:avLst/>
          </a:prstGeom>
          <a:solidFill>
            <a:srgbClr val="2379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pplication&#10;&#10;Description automatically generated with medium confidence">
            <a:extLst>
              <a:ext uri="{FF2B5EF4-FFF2-40B4-BE49-F238E27FC236}">
                <a16:creationId xmlns:a16="http://schemas.microsoft.com/office/drawing/2014/main" id="{1CFF420A-15E6-199D-D900-5635F4AD21F7}"/>
              </a:ext>
            </a:extLst>
          </p:cNvPr>
          <p:cNvPicPr>
            <a:picLocks noChangeAspect="1"/>
          </p:cNvPicPr>
          <p:nvPr/>
        </p:nvPicPr>
        <p:blipFill rotWithShape="1">
          <a:blip r:embed="rId2"/>
          <a:srcRect l="31004" t="29565" r="33478" b="20870"/>
          <a:stretch/>
        </p:blipFill>
        <p:spPr>
          <a:xfrm>
            <a:off x="10836647" y="6181766"/>
            <a:ext cx="1355353" cy="750050"/>
          </a:xfrm>
          <a:prstGeom prst="rect">
            <a:avLst/>
          </a:prstGeom>
        </p:spPr>
      </p:pic>
      <p:sp>
        <p:nvSpPr>
          <p:cNvPr id="4" name="Rectangle 3">
            <a:extLst>
              <a:ext uri="{FF2B5EF4-FFF2-40B4-BE49-F238E27FC236}">
                <a16:creationId xmlns:a16="http://schemas.microsoft.com/office/drawing/2014/main" id="{FBC41C9C-DA98-2034-CD32-50803649B15B}"/>
              </a:ext>
            </a:extLst>
          </p:cNvPr>
          <p:cNvSpPr/>
          <p:nvPr/>
        </p:nvSpPr>
        <p:spPr>
          <a:xfrm>
            <a:off x="856110" y="455567"/>
            <a:ext cx="10479779" cy="45719"/>
          </a:xfrm>
          <a:prstGeom prst="rect">
            <a:avLst/>
          </a:prstGeom>
          <a:gradFill>
            <a:gsLst>
              <a:gs pos="0">
                <a:schemeClr val="bg1">
                  <a:alpha val="0"/>
                </a:schemeClr>
              </a:gs>
              <a:gs pos="52000">
                <a:srgbClr val="006341"/>
              </a:gs>
              <a:gs pos="99000">
                <a:schemeClr val="bg1"/>
              </a:gs>
            </a:gsLst>
            <a:lin ang="0" scaled="0"/>
          </a:gradFill>
          <a:ln w="9525">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ibre Franklin" pitchFamily="2" charset="77"/>
            </a:endParaRPr>
          </a:p>
        </p:txBody>
      </p:sp>
      <p:sp>
        <p:nvSpPr>
          <p:cNvPr id="6" name="Text Placeholder 3">
            <a:extLst>
              <a:ext uri="{FF2B5EF4-FFF2-40B4-BE49-F238E27FC236}">
                <a16:creationId xmlns:a16="http://schemas.microsoft.com/office/drawing/2014/main" id="{27967D05-DF24-9CFF-9406-902738CFB8CC}"/>
              </a:ext>
            </a:extLst>
          </p:cNvPr>
          <p:cNvSpPr txBox="1">
            <a:spLocks/>
          </p:cNvSpPr>
          <p:nvPr/>
        </p:nvSpPr>
        <p:spPr>
          <a:xfrm>
            <a:off x="109781" y="107639"/>
            <a:ext cx="11404542" cy="520820"/>
          </a:xfrm>
          <a:prstGeom prst="rect">
            <a:avLst/>
          </a:prstGeom>
        </p:spPr>
        <p:txBody>
          <a:bodyPr vert="horz" lIns="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009639"/>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90000"/>
              </a:lnSpc>
              <a:spcBef>
                <a:spcPts val="1000"/>
              </a:spcBef>
            </a:pPr>
            <a:r>
              <a:rPr lang="en-ZA" sz="2000" b="1" dirty="0">
                <a:solidFill>
                  <a:srgbClr val="115740"/>
                </a:solidFill>
                <a:latin typeface="Libre Franklin" pitchFamily="2" charset="0"/>
                <a:cs typeface="Arial"/>
              </a:rPr>
              <a:t>Final Model Summary</a:t>
            </a:r>
            <a:endParaRPr lang="en-ZA" sz="1800" b="1" dirty="0">
              <a:latin typeface="Arial"/>
              <a:cs typeface="Arial"/>
            </a:endParaRPr>
          </a:p>
        </p:txBody>
      </p:sp>
      <p:pic>
        <p:nvPicPr>
          <p:cNvPr id="1026" name="Picture 2"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3B7B37B1-BA8E-2299-1D24-6073889555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751" y="720615"/>
            <a:ext cx="3590925" cy="514350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CE287AB0-A1AF-0ED9-A4C3-0A567534A0E2}"/>
              </a:ext>
            </a:extLst>
          </p:cNvPr>
          <p:cNvSpPr>
            <a:spLocks noGrp="1"/>
          </p:cNvSpPr>
          <p:nvPr/>
        </p:nvSpPr>
        <p:spPr>
          <a:xfrm>
            <a:off x="4959052" y="720615"/>
            <a:ext cx="6376547" cy="382971"/>
          </a:xfrm>
          <a:prstGeom prst="rect">
            <a:avLst/>
          </a:prstGeom>
        </p:spPr>
        <p:txBody>
          <a:bodyPr vert="horz" lIns="91440" tIns="45720" rIns="91440" bIns="45720" rtlCol="0" anchor="t">
            <a:normAutofit/>
          </a:bodyPr>
          <a:lst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a:lstStyle>
          <a:p>
            <a:r>
              <a:rPr lang="en-US" sz="2000" b="1" dirty="0">
                <a:solidFill>
                  <a:srgbClr val="115740"/>
                </a:solidFill>
                <a:latin typeface="Libre Franklin" pitchFamily="2" charset="0"/>
                <a:ea typeface="+mn-ea"/>
                <a:cs typeface="Arial"/>
              </a:rPr>
              <a:t>Final Model Code Snippet</a:t>
            </a:r>
          </a:p>
        </p:txBody>
      </p:sp>
      <p:sp>
        <p:nvSpPr>
          <p:cNvPr id="8" name="TextBox 4">
            <a:extLst>
              <a:ext uri="{FF2B5EF4-FFF2-40B4-BE49-F238E27FC236}">
                <a16:creationId xmlns:a16="http://schemas.microsoft.com/office/drawing/2014/main" id="{414D6EA9-88D0-446C-A4BD-313D7F2AE54E}"/>
              </a:ext>
            </a:extLst>
          </p:cNvPr>
          <p:cNvSpPr txBox="1"/>
          <p:nvPr/>
        </p:nvSpPr>
        <p:spPr>
          <a:xfrm>
            <a:off x="4862652" y="1135296"/>
            <a:ext cx="6376546" cy="4986355"/>
          </a:xfrm>
          <a:prstGeom prst="rect">
            <a:avLst/>
          </a:prstGeom>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Bef>
                <a:spcPts val="2500"/>
              </a:spcBef>
              <a:spcAft>
                <a:spcPts val="600"/>
              </a:spcAft>
              <a:buFont typeface="Arial" panose="020B0604020202020204" pitchFamily="34" charset="0"/>
              <a:buNone/>
            </a:pPr>
            <a:r>
              <a:rPr lang="en-US" sz="1400" b="1" dirty="0"/>
              <a:t>Random Forest Overview</a:t>
            </a:r>
          </a:p>
          <a:p>
            <a:pPr marL="0" lvl="1" indent="0">
              <a:spcBef>
                <a:spcPts val="1000"/>
              </a:spcBef>
              <a:spcAft>
                <a:spcPts val="600"/>
              </a:spcAft>
              <a:buFont typeface="Arial" panose="020B0604020202020204" pitchFamily="34" charset="0"/>
              <a:buNone/>
            </a:pPr>
            <a:r>
              <a:rPr lang="en-US" sz="1400" dirty="0"/>
              <a:t>Random Forest combines multiple decision trees to enhance accuracy and reduce overfitting in regression tasks.</a:t>
            </a:r>
          </a:p>
          <a:p>
            <a:pPr marL="0" indent="0">
              <a:spcBef>
                <a:spcPts val="2500"/>
              </a:spcBef>
              <a:spcAft>
                <a:spcPts val="600"/>
              </a:spcAft>
              <a:buFont typeface="Arial" panose="020B0604020202020204" pitchFamily="34" charset="0"/>
              <a:buNone/>
            </a:pPr>
            <a:r>
              <a:rPr lang="en-US" sz="1400" b="1" dirty="0"/>
              <a:t>Model Implementation Steps</a:t>
            </a:r>
          </a:p>
          <a:p>
            <a:pPr marL="0" lvl="1" indent="0">
              <a:spcBef>
                <a:spcPts val="1000"/>
              </a:spcBef>
              <a:spcAft>
                <a:spcPts val="600"/>
              </a:spcAft>
              <a:buFont typeface="Arial" panose="020B0604020202020204" pitchFamily="34" charset="0"/>
              <a:buNone/>
            </a:pPr>
            <a:r>
              <a:rPr lang="en-US" sz="1400" dirty="0"/>
              <a:t>The model is imported, instantiated, trained on training data, and used to predict outcomes on test data.</a:t>
            </a:r>
          </a:p>
          <a:p>
            <a:pPr marL="0" indent="0">
              <a:spcBef>
                <a:spcPts val="2500"/>
              </a:spcBef>
              <a:spcAft>
                <a:spcPts val="600"/>
              </a:spcAft>
              <a:buFont typeface="Arial" panose="020B0604020202020204" pitchFamily="34" charset="0"/>
              <a:buNone/>
            </a:pPr>
            <a:r>
              <a:rPr lang="en-US" sz="1400" b="1" dirty="0"/>
              <a:t>Application in Agriculture</a:t>
            </a:r>
          </a:p>
          <a:p>
            <a:pPr marL="0" lvl="1" indent="0">
              <a:spcBef>
                <a:spcPts val="1000"/>
              </a:spcBef>
              <a:spcAft>
                <a:spcPts val="600"/>
              </a:spcAft>
              <a:buFont typeface="Arial" panose="020B0604020202020204" pitchFamily="34" charset="0"/>
              <a:buNone/>
            </a:pPr>
            <a:r>
              <a:rPr lang="en-US" sz="1400" dirty="0"/>
              <a:t>The model predicts agricultural yield by capturing complex relationships in input data effectively.</a:t>
            </a:r>
          </a:p>
          <a:p>
            <a:pPr marL="0" indent="0">
              <a:spcBef>
                <a:spcPts val="2500"/>
              </a:spcBef>
              <a:spcAft>
                <a:spcPts val="600"/>
              </a:spcAft>
              <a:buFont typeface="Arial" panose="020B0604020202020204" pitchFamily="34" charset="0"/>
              <a:buNone/>
            </a:pPr>
            <a:r>
              <a:rPr lang="en-US" sz="1400" b="1" dirty="0"/>
              <a:t>Future Enhancements</a:t>
            </a:r>
          </a:p>
          <a:p>
            <a:pPr marL="0" lvl="1" indent="0">
              <a:spcBef>
                <a:spcPts val="1000"/>
              </a:spcBef>
              <a:spcAft>
                <a:spcPts val="600"/>
              </a:spcAft>
              <a:buFont typeface="Arial" panose="020B0604020202020204" pitchFamily="34" charset="0"/>
              <a:buNone/>
            </a:pPr>
            <a:r>
              <a:rPr lang="en-US" sz="1400" dirty="0"/>
              <a:t>Enhancements include hyperparameter tuning, cross-validation, and feature engineering for improved results.</a:t>
            </a:r>
          </a:p>
        </p:txBody>
      </p:sp>
    </p:spTree>
    <p:extLst>
      <p:ext uri="{BB962C8B-B14F-4D97-AF65-F5344CB8AC3E}">
        <p14:creationId xmlns:p14="http://schemas.microsoft.com/office/powerpoint/2010/main" val="1710763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552AA8-50AF-30BF-7D4B-9B5163807BAA}"/>
              </a:ext>
            </a:extLst>
          </p:cNvPr>
          <p:cNvSpPr/>
          <p:nvPr/>
        </p:nvSpPr>
        <p:spPr>
          <a:xfrm>
            <a:off x="0" y="6181766"/>
            <a:ext cx="12192000" cy="676234"/>
          </a:xfrm>
          <a:prstGeom prst="rect">
            <a:avLst/>
          </a:prstGeom>
          <a:solidFill>
            <a:srgbClr val="2379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pplication&#10;&#10;Description automatically generated with medium confidence">
            <a:extLst>
              <a:ext uri="{FF2B5EF4-FFF2-40B4-BE49-F238E27FC236}">
                <a16:creationId xmlns:a16="http://schemas.microsoft.com/office/drawing/2014/main" id="{1CFF420A-15E6-199D-D900-5635F4AD21F7}"/>
              </a:ext>
            </a:extLst>
          </p:cNvPr>
          <p:cNvPicPr>
            <a:picLocks noChangeAspect="1"/>
          </p:cNvPicPr>
          <p:nvPr/>
        </p:nvPicPr>
        <p:blipFill rotWithShape="1">
          <a:blip r:embed="rId2"/>
          <a:srcRect l="31004" t="29565" r="33478" b="20870"/>
          <a:stretch/>
        </p:blipFill>
        <p:spPr>
          <a:xfrm>
            <a:off x="10836647" y="6181766"/>
            <a:ext cx="1355353" cy="750050"/>
          </a:xfrm>
          <a:prstGeom prst="rect">
            <a:avLst/>
          </a:prstGeom>
        </p:spPr>
      </p:pic>
      <p:sp>
        <p:nvSpPr>
          <p:cNvPr id="4" name="Rectangle 3">
            <a:extLst>
              <a:ext uri="{FF2B5EF4-FFF2-40B4-BE49-F238E27FC236}">
                <a16:creationId xmlns:a16="http://schemas.microsoft.com/office/drawing/2014/main" id="{FBC41C9C-DA98-2034-CD32-50803649B15B}"/>
              </a:ext>
            </a:extLst>
          </p:cNvPr>
          <p:cNvSpPr/>
          <p:nvPr/>
        </p:nvSpPr>
        <p:spPr>
          <a:xfrm>
            <a:off x="856110" y="455567"/>
            <a:ext cx="10479779" cy="45719"/>
          </a:xfrm>
          <a:prstGeom prst="rect">
            <a:avLst/>
          </a:prstGeom>
          <a:gradFill>
            <a:gsLst>
              <a:gs pos="0">
                <a:schemeClr val="bg1">
                  <a:alpha val="0"/>
                </a:schemeClr>
              </a:gs>
              <a:gs pos="52000">
                <a:srgbClr val="006341"/>
              </a:gs>
              <a:gs pos="99000">
                <a:schemeClr val="bg1"/>
              </a:gs>
            </a:gsLst>
            <a:lin ang="0" scaled="0"/>
          </a:gradFill>
          <a:ln w="9525">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ibre Franklin" pitchFamily="2" charset="77"/>
            </a:endParaRPr>
          </a:p>
        </p:txBody>
      </p:sp>
      <p:sp>
        <p:nvSpPr>
          <p:cNvPr id="6" name="Text Placeholder 3">
            <a:extLst>
              <a:ext uri="{FF2B5EF4-FFF2-40B4-BE49-F238E27FC236}">
                <a16:creationId xmlns:a16="http://schemas.microsoft.com/office/drawing/2014/main" id="{27967D05-DF24-9CFF-9406-902738CFB8CC}"/>
              </a:ext>
            </a:extLst>
          </p:cNvPr>
          <p:cNvSpPr txBox="1">
            <a:spLocks/>
          </p:cNvSpPr>
          <p:nvPr/>
        </p:nvSpPr>
        <p:spPr>
          <a:xfrm>
            <a:off x="109781" y="107639"/>
            <a:ext cx="11404542" cy="520820"/>
          </a:xfrm>
          <a:prstGeom prst="rect">
            <a:avLst/>
          </a:prstGeom>
        </p:spPr>
        <p:txBody>
          <a:bodyPr vert="horz" lIns="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009639"/>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90000"/>
              </a:lnSpc>
              <a:spcBef>
                <a:spcPts val="1000"/>
              </a:spcBef>
            </a:pPr>
            <a:r>
              <a:rPr lang="en-ZA" sz="2000" b="1" dirty="0">
                <a:solidFill>
                  <a:srgbClr val="115740"/>
                </a:solidFill>
                <a:latin typeface="Libre Franklin" pitchFamily="2" charset="0"/>
                <a:cs typeface="Arial"/>
              </a:rPr>
              <a:t>Final Model Summary</a:t>
            </a:r>
            <a:endParaRPr lang="en-ZA" sz="1800" b="1" dirty="0">
              <a:latin typeface="Arial"/>
              <a:cs typeface="Arial"/>
            </a:endParaRPr>
          </a:p>
        </p:txBody>
      </p:sp>
      <p:sp>
        <p:nvSpPr>
          <p:cNvPr id="5" name="Title 1">
            <a:extLst>
              <a:ext uri="{FF2B5EF4-FFF2-40B4-BE49-F238E27FC236}">
                <a16:creationId xmlns:a16="http://schemas.microsoft.com/office/drawing/2014/main" id="{2AF9EB2F-7964-0B3B-40E2-AC91D9F3F522}"/>
              </a:ext>
            </a:extLst>
          </p:cNvPr>
          <p:cNvSpPr>
            <a:spLocks noGrp="1"/>
          </p:cNvSpPr>
          <p:nvPr/>
        </p:nvSpPr>
        <p:spPr>
          <a:xfrm>
            <a:off x="109781" y="758216"/>
            <a:ext cx="10835640" cy="387412"/>
          </a:xfrm>
          <a:prstGeom prst="rect">
            <a:avLst/>
          </a:prstGeom>
        </p:spPr>
        <p:txBody>
          <a:bodyPr vert="horz" lIns="91440" tIns="45720" rIns="91440" bIns="45720" rtlCol="0" anchor="t">
            <a:normAutofit/>
          </a:bodyPr>
          <a:lst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a:lstStyle>
          <a:p>
            <a:r>
              <a:rPr lang="en-US" sz="2000" b="1" dirty="0">
                <a:solidFill>
                  <a:srgbClr val="115740"/>
                </a:solidFill>
                <a:latin typeface="Libre Franklin" pitchFamily="2" charset="0"/>
                <a:ea typeface="+mn-ea"/>
                <a:cs typeface="Arial"/>
              </a:rPr>
              <a:t>Feature Importance (Random Forest)</a:t>
            </a:r>
          </a:p>
        </p:txBody>
      </p:sp>
      <p:graphicFrame>
        <p:nvGraphicFramePr>
          <p:cNvPr id="10" name="Table 9">
            <a:extLst>
              <a:ext uri="{FF2B5EF4-FFF2-40B4-BE49-F238E27FC236}">
                <a16:creationId xmlns:a16="http://schemas.microsoft.com/office/drawing/2014/main" id="{FBF3C3AB-2046-AE60-1B0E-CAF1661CDB82}"/>
              </a:ext>
            </a:extLst>
          </p:cNvPr>
          <p:cNvGraphicFramePr>
            <a:graphicFrameLocks noGrp="1"/>
          </p:cNvGraphicFramePr>
          <p:nvPr>
            <p:extLst>
              <p:ext uri="{D42A27DB-BD31-4B8C-83A1-F6EECF244321}">
                <p14:modId xmlns:p14="http://schemas.microsoft.com/office/powerpoint/2010/main" val="599880360"/>
              </p:ext>
            </p:extLst>
          </p:nvPr>
        </p:nvGraphicFramePr>
        <p:xfrm>
          <a:off x="485993" y="1568601"/>
          <a:ext cx="7060434" cy="3378200"/>
        </p:xfrm>
        <a:graphic>
          <a:graphicData uri="http://schemas.openxmlformats.org/drawingml/2006/table">
            <a:tbl>
              <a:tblPr/>
              <a:tblGrid>
                <a:gridCol w="3059785">
                  <a:extLst>
                    <a:ext uri="{9D8B030D-6E8A-4147-A177-3AD203B41FA5}">
                      <a16:colId xmlns:a16="http://schemas.microsoft.com/office/drawing/2014/main" val="3508800360"/>
                    </a:ext>
                  </a:extLst>
                </a:gridCol>
                <a:gridCol w="4000649">
                  <a:extLst>
                    <a:ext uri="{9D8B030D-6E8A-4147-A177-3AD203B41FA5}">
                      <a16:colId xmlns:a16="http://schemas.microsoft.com/office/drawing/2014/main" val="3052364301"/>
                    </a:ext>
                  </a:extLst>
                </a:gridCol>
              </a:tblGrid>
              <a:tr h="901700">
                <a:tc>
                  <a:txBody>
                    <a:bodyPr/>
                    <a:lstStyle/>
                    <a:p>
                      <a:pPr algn="l" fontAlgn="base"/>
                      <a:r>
                        <a:rPr lang="en-US" sz="1600" b="1" i="0" cap="all" dirty="0">
                          <a:solidFill>
                            <a:srgbClr val="00B050"/>
                          </a:solidFill>
                          <a:effectLst/>
                          <a:latin typeface="Neue Haas Grotesk Text Pro" panose="020F0502020204030204" pitchFamily="34" charset="0"/>
                        </a:rPr>
                        <a:t>Feature</a:t>
                      </a:r>
                      <a:r>
                        <a:rPr lang="en-US" sz="1600" b="1" i="0" dirty="0">
                          <a:solidFill>
                            <a:srgbClr val="00B050"/>
                          </a:solidFill>
                          <a:effectLst/>
                          <a:latin typeface="Neue Haas Grotesk Text Pro" panose="020F0502020204030204" pitchFamily="34" charset="0"/>
                        </a:rPr>
                        <a:t>​</a:t>
                      </a:r>
                      <a:endParaRPr lang="en-US" sz="1600" b="1" i="0" dirty="0">
                        <a:solidFill>
                          <a:srgbClr val="00B05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7195" cap="flat" cmpd="sng" algn="ctr">
                      <a:solidFill>
                        <a:srgbClr val="647E6B"/>
                      </a:solidFill>
                      <a:prstDash val="solid"/>
                      <a:round/>
                      <a:headEnd type="none" w="med" len="med"/>
                      <a:tailEnd type="none" w="med" len="med"/>
                    </a:lnB>
                  </a:tcPr>
                </a:tc>
                <a:tc>
                  <a:txBody>
                    <a:bodyPr/>
                    <a:lstStyle/>
                    <a:p>
                      <a:pPr algn="l" fontAlgn="base"/>
                      <a:r>
                        <a:rPr lang="en-US" sz="1600" b="1" i="0" cap="all">
                          <a:solidFill>
                            <a:srgbClr val="00B050"/>
                          </a:solidFill>
                          <a:effectLst/>
                          <a:latin typeface="Neue Haas Grotesk Text Pro" panose="020F0502020204030204" pitchFamily="34" charset="0"/>
                        </a:rPr>
                        <a:t>Importance</a:t>
                      </a:r>
                      <a:r>
                        <a:rPr lang="en-US" sz="1600" b="1" i="0">
                          <a:solidFill>
                            <a:srgbClr val="00B050"/>
                          </a:solidFill>
                          <a:effectLst/>
                          <a:latin typeface="Neue Haas Grotesk Text Pro" panose="020F0502020204030204" pitchFamily="34" charset="0"/>
                        </a:rPr>
                        <a:t>​</a:t>
                      </a:r>
                      <a:endParaRPr lang="en-US" sz="1600" b="1" i="0">
                        <a:solidFill>
                          <a:srgbClr val="00B05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7195" cap="flat" cmpd="sng" algn="ctr">
                      <a:solidFill>
                        <a:srgbClr val="647E6B"/>
                      </a:solidFill>
                      <a:prstDash val="solid"/>
                      <a:round/>
                      <a:headEnd type="none" w="med" len="med"/>
                      <a:tailEnd type="none" w="med" len="med"/>
                    </a:lnB>
                  </a:tcPr>
                </a:tc>
                <a:extLst>
                  <a:ext uri="{0D108BD9-81ED-4DB2-BD59-A6C34878D82A}">
                    <a16:rowId xmlns:a16="http://schemas.microsoft.com/office/drawing/2014/main" val="2565964496"/>
                  </a:ext>
                </a:extLst>
              </a:tr>
              <a:tr h="825500">
                <a:tc>
                  <a:txBody>
                    <a:bodyPr/>
                    <a:lstStyle/>
                    <a:p>
                      <a:pPr algn="l" fontAlgn="base"/>
                      <a:r>
                        <a:rPr lang="en-US" sz="1600" b="1" i="0" dirty="0">
                          <a:solidFill>
                            <a:srgbClr val="00B050"/>
                          </a:solidFill>
                          <a:effectLst/>
                          <a:latin typeface="Neue Haas Grotesk Text Pro" panose="020F0502020204030204" pitchFamily="34" charset="0"/>
                        </a:rPr>
                        <a:t>Rice Area</a:t>
                      </a:r>
                      <a:r>
                        <a:rPr lang="en-US" sz="1600" b="0" i="0" dirty="0">
                          <a:solidFill>
                            <a:srgbClr val="00B050"/>
                          </a:solidFill>
                          <a:effectLst/>
                          <a:latin typeface="Neue Haas Grotesk Text Pro" panose="020F0502020204030204" pitchFamily="34" charset="0"/>
                        </a:rPr>
                        <a:t>​</a:t>
                      </a:r>
                      <a:endParaRPr lang="en-US" sz="1600" b="0" i="0" dirty="0">
                        <a:solidFill>
                          <a:srgbClr val="00B05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195" cap="flat" cmpd="sng" algn="ctr">
                      <a:solidFill>
                        <a:srgbClr val="647E6B"/>
                      </a:solidFill>
                      <a:prstDash val="solid"/>
                      <a:round/>
                      <a:headEnd type="none" w="med" len="med"/>
                      <a:tailEnd type="none" w="med" len="med"/>
                    </a:lnT>
                    <a:lnB w="6350" cap="flat" cmpd="sng" algn="ctr">
                      <a:solidFill>
                        <a:srgbClr val="131313"/>
                      </a:solidFill>
                      <a:prstDash val="solid"/>
                      <a:round/>
                      <a:headEnd type="none" w="med" len="med"/>
                      <a:tailEnd type="none" w="med" len="med"/>
                    </a:lnB>
                  </a:tcPr>
                </a:tc>
                <a:tc>
                  <a:txBody>
                    <a:bodyPr/>
                    <a:lstStyle/>
                    <a:p>
                      <a:pPr algn="l" fontAlgn="base"/>
                      <a:r>
                        <a:rPr lang="en-US" sz="1600" b="0" i="0" dirty="0">
                          <a:solidFill>
                            <a:srgbClr val="00B050"/>
                          </a:solidFill>
                          <a:effectLst/>
                          <a:latin typeface="Neue Haas Grotesk Text Pro" panose="020F0502020204030204" pitchFamily="34" charset="0"/>
                        </a:rPr>
                        <a:t>0.45​</a:t>
                      </a:r>
                      <a:endParaRPr lang="en-US" sz="1600" b="0" i="0" dirty="0">
                        <a:solidFill>
                          <a:srgbClr val="00B05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195" cap="flat" cmpd="sng" algn="ctr">
                      <a:solidFill>
                        <a:srgbClr val="647E6B"/>
                      </a:solidFill>
                      <a:prstDash val="solid"/>
                      <a:round/>
                      <a:headEnd type="none" w="med" len="med"/>
                      <a:tailEnd type="none" w="med" len="med"/>
                    </a:lnT>
                    <a:lnB w="6350" cap="flat" cmpd="sng" algn="ctr">
                      <a:solidFill>
                        <a:srgbClr val="131313"/>
                      </a:solidFill>
                      <a:prstDash val="solid"/>
                      <a:round/>
                      <a:headEnd type="none" w="med" len="med"/>
                      <a:tailEnd type="none" w="med" len="med"/>
                    </a:lnB>
                  </a:tcPr>
                </a:tc>
                <a:extLst>
                  <a:ext uri="{0D108BD9-81ED-4DB2-BD59-A6C34878D82A}">
                    <a16:rowId xmlns:a16="http://schemas.microsoft.com/office/drawing/2014/main" val="4066068291"/>
                  </a:ext>
                </a:extLst>
              </a:tr>
              <a:tr h="825500">
                <a:tc>
                  <a:txBody>
                    <a:bodyPr/>
                    <a:lstStyle/>
                    <a:p>
                      <a:pPr algn="l" fontAlgn="base"/>
                      <a:r>
                        <a:rPr lang="en-US" sz="1600" b="1" i="0">
                          <a:solidFill>
                            <a:srgbClr val="00B050"/>
                          </a:solidFill>
                          <a:effectLst/>
                          <a:latin typeface="Neue Haas Grotesk Text Pro" panose="020F0502020204030204" pitchFamily="34" charset="0"/>
                        </a:rPr>
                        <a:t>Wheat Area</a:t>
                      </a:r>
                      <a:r>
                        <a:rPr lang="en-US" sz="1600" b="0" i="0">
                          <a:solidFill>
                            <a:srgbClr val="00B050"/>
                          </a:solidFill>
                          <a:effectLst/>
                          <a:latin typeface="Neue Haas Grotesk Text Pro" panose="020F0502020204030204" pitchFamily="34" charset="0"/>
                        </a:rPr>
                        <a:t>​</a:t>
                      </a:r>
                      <a:endParaRPr lang="en-US" sz="1600" b="0" i="0">
                        <a:solidFill>
                          <a:srgbClr val="00B05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131313"/>
                      </a:solidFill>
                      <a:prstDash val="solid"/>
                      <a:round/>
                      <a:headEnd type="none" w="med" len="med"/>
                      <a:tailEnd type="none" w="med" len="med"/>
                    </a:lnT>
                    <a:lnB w="6350" cap="flat" cmpd="sng" algn="ctr">
                      <a:solidFill>
                        <a:srgbClr val="131313"/>
                      </a:solidFill>
                      <a:prstDash val="solid"/>
                      <a:round/>
                      <a:headEnd type="none" w="med" len="med"/>
                      <a:tailEnd type="none" w="med" len="med"/>
                    </a:lnB>
                  </a:tcPr>
                </a:tc>
                <a:tc>
                  <a:txBody>
                    <a:bodyPr/>
                    <a:lstStyle/>
                    <a:p>
                      <a:pPr algn="l" fontAlgn="base"/>
                      <a:r>
                        <a:rPr lang="en-US" sz="1600" b="0" i="0" dirty="0">
                          <a:solidFill>
                            <a:srgbClr val="00B050"/>
                          </a:solidFill>
                          <a:effectLst/>
                          <a:latin typeface="Neue Haas Grotesk Text Pro" panose="020F0502020204030204" pitchFamily="34" charset="0"/>
                        </a:rPr>
                        <a:t>0.35​</a:t>
                      </a:r>
                      <a:endParaRPr lang="en-US" sz="1600" b="0" i="0" dirty="0">
                        <a:solidFill>
                          <a:srgbClr val="00B05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131313"/>
                      </a:solidFill>
                      <a:prstDash val="solid"/>
                      <a:round/>
                      <a:headEnd type="none" w="med" len="med"/>
                      <a:tailEnd type="none" w="med" len="med"/>
                    </a:lnT>
                    <a:lnB w="6350" cap="flat" cmpd="sng" algn="ctr">
                      <a:solidFill>
                        <a:srgbClr val="131313"/>
                      </a:solidFill>
                      <a:prstDash val="solid"/>
                      <a:round/>
                      <a:headEnd type="none" w="med" len="med"/>
                      <a:tailEnd type="none" w="med" len="med"/>
                    </a:lnB>
                  </a:tcPr>
                </a:tc>
                <a:extLst>
                  <a:ext uri="{0D108BD9-81ED-4DB2-BD59-A6C34878D82A}">
                    <a16:rowId xmlns:a16="http://schemas.microsoft.com/office/drawing/2014/main" val="2842566097"/>
                  </a:ext>
                </a:extLst>
              </a:tr>
              <a:tr h="825500">
                <a:tc>
                  <a:txBody>
                    <a:bodyPr/>
                    <a:lstStyle/>
                    <a:p>
                      <a:pPr algn="l" fontAlgn="base"/>
                      <a:r>
                        <a:rPr lang="en-US" sz="1600" b="1" i="0">
                          <a:solidFill>
                            <a:srgbClr val="00B050"/>
                          </a:solidFill>
                          <a:effectLst/>
                          <a:latin typeface="Neue Haas Grotesk Text Pro" panose="020F0502020204030204" pitchFamily="34" charset="0"/>
                        </a:rPr>
                        <a:t>Maize Area</a:t>
                      </a:r>
                      <a:r>
                        <a:rPr lang="en-US" sz="1600" b="0" i="0">
                          <a:solidFill>
                            <a:srgbClr val="00B050"/>
                          </a:solidFill>
                          <a:effectLst/>
                          <a:latin typeface="Neue Haas Grotesk Text Pro" panose="020F0502020204030204" pitchFamily="34" charset="0"/>
                        </a:rPr>
                        <a:t>​</a:t>
                      </a:r>
                      <a:endParaRPr lang="en-US" sz="1600" b="0" i="0">
                        <a:solidFill>
                          <a:srgbClr val="00B05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131313"/>
                      </a:solidFill>
                      <a:prstDash val="solid"/>
                      <a:round/>
                      <a:headEnd type="none" w="med" len="med"/>
                      <a:tailEnd type="none" w="med" len="med"/>
                    </a:lnT>
                    <a:lnB w="7195" cap="flat" cmpd="sng" algn="ctr">
                      <a:solidFill>
                        <a:srgbClr val="647E6B"/>
                      </a:solidFill>
                      <a:prstDash val="solid"/>
                      <a:round/>
                      <a:headEnd type="none" w="med" len="med"/>
                      <a:tailEnd type="none" w="med" len="med"/>
                    </a:lnB>
                  </a:tcPr>
                </a:tc>
                <a:tc>
                  <a:txBody>
                    <a:bodyPr/>
                    <a:lstStyle/>
                    <a:p>
                      <a:pPr algn="l" fontAlgn="base"/>
                      <a:r>
                        <a:rPr lang="en-US" sz="1600" b="0" i="0" dirty="0">
                          <a:solidFill>
                            <a:srgbClr val="00B050"/>
                          </a:solidFill>
                          <a:effectLst/>
                          <a:latin typeface="Neue Haas Grotesk Text Pro" panose="020F0502020204030204" pitchFamily="34" charset="0"/>
                        </a:rPr>
                        <a:t>0.20​</a:t>
                      </a:r>
                      <a:endParaRPr lang="en-US" sz="1600" b="0" i="0" dirty="0">
                        <a:solidFill>
                          <a:srgbClr val="00B05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131313"/>
                      </a:solidFill>
                      <a:prstDash val="solid"/>
                      <a:round/>
                      <a:headEnd type="none" w="med" len="med"/>
                      <a:tailEnd type="none" w="med" len="med"/>
                    </a:lnT>
                    <a:lnB w="7195" cap="flat" cmpd="sng" algn="ctr">
                      <a:solidFill>
                        <a:srgbClr val="647E6B"/>
                      </a:solidFill>
                      <a:prstDash val="solid"/>
                      <a:round/>
                      <a:headEnd type="none" w="med" len="med"/>
                      <a:tailEnd type="none" w="med" len="med"/>
                    </a:lnB>
                  </a:tcPr>
                </a:tc>
                <a:extLst>
                  <a:ext uri="{0D108BD9-81ED-4DB2-BD59-A6C34878D82A}">
                    <a16:rowId xmlns:a16="http://schemas.microsoft.com/office/drawing/2014/main" val="2086413536"/>
                  </a:ext>
                </a:extLst>
              </a:tr>
            </a:tbl>
          </a:graphicData>
        </a:graphic>
      </p:graphicFrame>
      <p:sp>
        <p:nvSpPr>
          <p:cNvPr id="11" name="Rectangle 1">
            <a:extLst>
              <a:ext uri="{FF2B5EF4-FFF2-40B4-BE49-F238E27FC236}">
                <a16:creationId xmlns:a16="http://schemas.microsoft.com/office/drawing/2014/main" id="{3F8A6A12-3622-19A7-8AB6-2D3FF94DE207}"/>
              </a:ext>
            </a:extLst>
          </p:cNvPr>
          <p:cNvSpPr>
            <a:spLocks noChangeArrowheads="1"/>
          </p:cNvSpPr>
          <p:nvPr/>
        </p:nvSpPr>
        <p:spPr bwMode="auto">
          <a:xfrm>
            <a:off x="990490" y="1217093"/>
            <a:ext cx="151803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a:p>
        </p:txBody>
      </p:sp>
    </p:spTree>
    <p:extLst>
      <p:ext uri="{BB962C8B-B14F-4D97-AF65-F5344CB8AC3E}">
        <p14:creationId xmlns:p14="http://schemas.microsoft.com/office/powerpoint/2010/main" val="2067631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552AA8-50AF-30BF-7D4B-9B5163807BAA}"/>
              </a:ext>
            </a:extLst>
          </p:cNvPr>
          <p:cNvSpPr/>
          <p:nvPr/>
        </p:nvSpPr>
        <p:spPr>
          <a:xfrm>
            <a:off x="0" y="6181766"/>
            <a:ext cx="12192000" cy="676234"/>
          </a:xfrm>
          <a:prstGeom prst="rect">
            <a:avLst/>
          </a:prstGeom>
          <a:solidFill>
            <a:srgbClr val="2379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pplication&#10;&#10;Description automatically generated with medium confidence">
            <a:extLst>
              <a:ext uri="{FF2B5EF4-FFF2-40B4-BE49-F238E27FC236}">
                <a16:creationId xmlns:a16="http://schemas.microsoft.com/office/drawing/2014/main" id="{1CFF420A-15E6-199D-D900-5635F4AD21F7}"/>
              </a:ext>
            </a:extLst>
          </p:cNvPr>
          <p:cNvPicPr>
            <a:picLocks noChangeAspect="1"/>
          </p:cNvPicPr>
          <p:nvPr/>
        </p:nvPicPr>
        <p:blipFill rotWithShape="1">
          <a:blip r:embed="rId2"/>
          <a:srcRect l="31004" t="29565" r="33478" b="20870"/>
          <a:stretch/>
        </p:blipFill>
        <p:spPr>
          <a:xfrm>
            <a:off x="10836647" y="6181766"/>
            <a:ext cx="1355353" cy="750050"/>
          </a:xfrm>
          <a:prstGeom prst="rect">
            <a:avLst/>
          </a:prstGeom>
        </p:spPr>
      </p:pic>
      <p:sp>
        <p:nvSpPr>
          <p:cNvPr id="4" name="Rectangle 3">
            <a:extLst>
              <a:ext uri="{FF2B5EF4-FFF2-40B4-BE49-F238E27FC236}">
                <a16:creationId xmlns:a16="http://schemas.microsoft.com/office/drawing/2014/main" id="{FBC41C9C-DA98-2034-CD32-50803649B15B}"/>
              </a:ext>
            </a:extLst>
          </p:cNvPr>
          <p:cNvSpPr/>
          <p:nvPr/>
        </p:nvSpPr>
        <p:spPr>
          <a:xfrm>
            <a:off x="856110" y="455567"/>
            <a:ext cx="10479779" cy="45719"/>
          </a:xfrm>
          <a:prstGeom prst="rect">
            <a:avLst/>
          </a:prstGeom>
          <a:gradFill>
            <a:gsLst>
              <a:gs pos="0">
                <a:schemeClr val="bg1">
                  <a:alpha val="0"/>
                </a:schemeClr>
              </a:gs>
              <a:gs pos="52000">
                <a:srgbClr val="006341"/>
              </a:gs>
              <a:gs pos="99000">
                <a:schemeClr val="bg1"/>
              </a:gs>
            </a:gsLst>
            <a:lin ang="0" scaled="0"/>
          </a:gradFill>
          <a:ln w="9525">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ibre Franklin" pitchFamily="2" charset="77"/>
            </a:endParaRPr>
          </a:p>
        </p:txBody>
      </p:sp>
      <p:sp>
        <p:nvSpPr>
          <p:cNvPr id="6" name="Text Placeholder 3">
            <a:extLst>
              <a:ext uri="{FF2B5EF4-FFF2-40B4-BE49-F238E27FC236}">
                <a16:creationId xmlns:a16="http://schemas.microsoft.com/office/drawing/2014/main" id="{27967D05-DF24-9CFF-9406-902738CFB8CC}"/>
              </a:ext>
            </a:extLst>
          </p:cNvPr>
          <p:cNvSpPr txBox="1">
            <a:spLocks/>
          </p:cNvSpPr>
          <p:nvPr/>
        </p:nvSpPr>
        <p:spPr>
          <a:xfrm>
            <a:off x="109781" y="107639"/>
            <a:ext cx="11404542" cy="520820"/>
          </a:xfrm>
          <a:prstGeom prst="rect">
            <a:avLst/>
          </a:prstGeom>
        </p:spPr>
        <p:txBody>
          <a:bodyPr vert="horz" lIns="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009639"/>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90000"/>
              </a:lnSpc>
              <a:spcBef>
                <a:spcPts val="1000"/>
              </a:spcBef>
            </a:pPr>
            <a:r>
              <a:rPr lang="en-ZA" sz="2000" b="1" dirty="0">
                <a:solidFill>
                  <a:srgbClr val="115740"/>
                </a:solidFill>
                <a:latin typeface="Libre Franklin" pitchFamily="2" charset="0"/>
                <a:cs typeface="Arial"/>
              </a:rPr>
              <a:t>Final Model Summary</a:t>
            </a:r>
            <a:endParaRPr lang="en-ZA" sz="1800" b="1" dirty="0">
              <a:latin typeface="Arial"/>
              <a:cs typeface="Arial"/>
            </a:endParaRPr>
          </a:p>
        </p:txBody>
      </p:sp>
      <p:sp>
        <p:nvSpPr>
          <p:cNvPr id="9" name="Title 1">
            <a:extLst>
              <a:ext uri="{FF2B5EF4-FFF2-40B4-BE49-F238E27FC236}">
                <a16:creationId xmlns:a16="http://schemas.microsoft.com/office/drawing/2014/main" id="{34D70673-C77D-011B-A939-A39789C1AFC4}"/>
              </a:ext>
            </a:extLst>
          </p:cNvPr>
          <p:cNvSpPr>
            <a:spLocks noGrp="1"/>
          </p:cNvSpPr>
          <p:nvPr/>
        </p:nvSpPr>
        <p:spPr>
          <a:xfrm>
            <a:off x="0" y="594096"/>
            <a:ext cx="6370321" cy="404388"/>
          </a:xfrm>
          <a:prstGeom prst="rect">
            <a:avLst/>
          </a:prstGeom>
        </p:spPr>
        <p:txBody>
          <a:bodyPr vert="horz" lIns="91440" tIns="45720" rIns="91440" bIns="45720" rtlCol="0" anchor="t">
            <a:normAutofit/>
          </a:bodyPr>
          <a:lst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a:lstStyle>
          <a:p>
            <a:r>
              <a:rPr lang="en-US" sz="2000" b="1" dirty="0">
                <a:solidFill>
                  <a:srgbClr val="115740"/>
                </a:solidFill>
                <a:latin typeface="Libre Franklin" pitchFamily="2" charset="0"/>
                <a:ea typeface="+mn-ea"/>
                <a:cs typeface="Arial"/>
              </a:rPr>
              <a:t>Residual Plot (Random Forest)</a:t>
            </a:r>
          </a:p>
        </p:txBody>
      </p:sp>
      <p:sp>
        <p:nvSpPr>
          <p:cNvPr id="12" name="TextBox 4">
            <a:extLst>
              <a:ext uri="{FF2B5EF4-FFF2-40B4-BE49-F238E27FC236}">
                <a16:creationId xmlns:a16="http://schemas.microsoft.com/office/drawing/2014/main" id="{009719DF-92E4-428B-B270-BD618842726C}"/>
              </a:ext>
            </a:extLst>
          </p:cNvPr>
          <p:cNvSpPr txBox="1"/>
          <p:nvPr/>
        </p:nvSpPr>
        <p:spPr>
          <a:xfrm>
            <a:off x="109781" y="1207780"/>
            <a:ext cx="6370320" cy="5043490"/>
          </a:xfrm>
          <a:prstGeom prst="rect">
            <a:avLst/>
          </a:prstGeom>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Bef>
                <a:spcPts val="2500"/>
              </a:spcBef>
              <a:spcAft>
                <a:spcPts val="600"/>
              </a:spcAft>
              <a:buFont typeface="Arial" panose="020B0604020202020204" pitchFamily="34" charset="0"/>
              <a:buNone/>
            </a:pPr>
            <a:r>
              <a:rPr lang="en-US" sz="1400" b="1" dirty="0"/>
              <a:t>Purpose of Residual Plot</a:t>
            </a:r>
          </a:p>
          <a:p>
            <a:pPr marL="0" lvl="1" indent="0">
              <a:spcBef>
                <a:spcPts val="1000"/>
              </a:spcBef>
              <a:spcAft>
                <a:spcPts val="600"/>
              </a:spcAft>
              <a:buFont typeface="Arial" panose="020B0604020202020204" pitchFamily="34" charset="0"/>
              <a:buNone/>
            </a:pPr>
            <a:r>
              <a:rPr lang="en-US" sz="1400" dirty="0"/>
              <a:t>Residual plots visualize differences between actual and predicted values to evaluate regression model performance.</a:t>
            </a:r>
          </a:p>
          <a:p>
            <a:pPr marL="0" indent="0">
              <a:spcBef>
                <a:spcPts val="2500"/>
              </a:spcBef>
              <a:spcAft>
                <a:spcPts val="600"/>
              </a:spcAft>
              <a:buFont typeface="Arial" panose="020B0604020202020204" pitchFamily="34" charset="0"/>
              <a:buNone/>
            </a:pPr>
            <a:r>
              <a:rPr lang="en-US" sz="1400" b="1" dirty="0"/>
              <a:t>Indication of Model Fit</a:t>
            </a:r>
          </a:p>
          <a:p>
            <a:pPr marL="0" lvl="1" indent="0">
              <a:spcBef>
                <a:spcPts val="1000"/>
              </a:spcBef>
              <a:spcAft>
                <a:spcPts val="600"/>
              </a:spcAft>
              <a:buFont typeface="Arial" panose="020B0604020202020204" pitchFamily="34" charset="0"/>
              <a:buNone/>
            </a:pPr>
            <a:r>
              <a:rPr lang="en-US" sz="1400" dirty="0"/>
              <a:t>Evenly distributed residuals around zero indicate no bias and good fit for the Random Forest model.</a:t>
            </a:r>
          </a:p>
          <a:p>
            <a:pPr marL="0" indent="0">
              <a:spcBef>
                <a:spcPts val="2500"/>
              </a:spcBef>
              <a:spcAft>
                <a:spcPts val="600"/>
              </a:spcAft>
              <a:buFont typeface="Arial" panose="020B0604020202020204" pitchFamily="34" charset="0"/>
              <a:buNone/>
            </a:pPr>
            <a:r>
              <a:rPr lang="en-US" sz="1400" b="1" dirty="0"/>
              <a:t>Detecting Outliers and Issues</a:t>
            </a:r>
          </a:p>
          <a:p>
            <a:pPr marL="0" lvl="1" indent="0">
              <a:spcBef>
                <a:spcPts val="1000"/>
              </a:spcBef>
              <a:spcAft>
                <a:spcPts val="600"/>
              </a:spcAft>
              <a:buFont typeface="Arial" panose="020B0604020202020204" pitchFamily="34" charset="0"/>
              <a:buNone/>
            </a:pPr>
            <a:r>
              <a:rPr lang="en-US" sz="1400" dirty="0"/>
              <a:t>Residual plots help identify outliers and problem areas, guiding model refinement and improvement.</a:t>
            </a:r>
          </a:p>
          <a:p>
            <a:pPr marL="0" indent="0">
              <a:spcBef>
                <a:spcPts val="2500"/>
              </a:spcBef>
              <a:spcAft>
                <a:spcPts val="600"/>
              </a:spcAft>
              <a:buFont typeface="Arial" panose="020B0604020202020204" pitchFamily="34" charset="0"/>
              <a:buNone/>
            </a:pPr>
            <a:r>
              <a:rPr lang="en-US" sz="1400" b="1" dirty="0"/>
              <a:t>Model Monitoring Importance</a:t>
            </a:r>
          </a:p>
          <a:p>
            <a:pPr marL="0" lvl="1" indent="0">
              <a:spcBef>
                <a:spcPts val="1000"/>
              </a:spcBef>
              <a:spcAft>
                <a:spcPts val="600"/>
              </a:spcAft>
              <a:buFont typeface="Arial" panose="020B0604020202020204" pitchFamily="34" charset="0"/>
              <a:buNone/>
            </a:pPr>
            <a:r>
              <a:rPr lang="en-US" sz="1400" dirty="0"/>
              <a:t>Regular residual monitoring ensures sustained model accuracy in changing environments and new data.</a:t>
            </a:r>
          </a:p>
        </p:txBody>
      </p:sp>
      <p:pic>
        <p:nvPicPr>
          <p:cNvPr id="3075" name="Picture 3" descr="Zigzag indicator line">
            <a:extLst>
              <a:ext uri="{FF2B5EF4-FFF2-40B4-BE49-F238E27FC236}">
                <a16:creationId xmlns:a16="http://schemas.microsoft.com/office/drawing/2014/main" id="{9D4D5A8D-67E6-1677-F253-079AF007D9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9202" y="628459"/>
            <a:ext cx="3752850" cy="537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5814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552AA8-50AF-30BF-7D4B-9B5163807BAA}"/>
              </a:ext>
            </a:extLst>
          </p:cNvPr>
          <p:cNvSpPr/>
          <p:nvPr/>
        </p:nvSpPr>
        <p:spPr>
          <a:xfrm>
            <a:off x="0" y="6181766"/>
            <a:ext cx="12192000" cy="676234"/>
          </a:xfrm>
          <a:prstGeom prst="rect">
            <a:avLst/>
          </a:prstGeom>
          <a:solidFill>
            <a:srgbClr val="2379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pplication&#10;&#10;Description automatically generated with medium confidence">
            <a:extLst>
              <a:ext uri="{FF2B5EF4-FFF2-40B4-BE49-F238E27FC236}">
                <a16:creationId xmlns:a16="http://schemas.microsoft.com/office/drawing/2014/main" id="{1CFF420A-15E6-199D-D900-5635F4AD21F7}"/>
              </a:ext>
            </a:extLst>
          </p:cNvPr>
          <p:cNvPicPr>
            <a:picLocks noChangeAspect="1"/>
          </p:cNvPicPr>
          <p:nvPr/>
        </p:nvPicPr>
        <p:blipFill rotWithShape="1">
          <a:blip r:embed="rId2"/>
          <a:srcRect l="31004" t="29565" r="33478" b="20870"/>
          <a:stretch/>
        </p:blipFill>
        <p:spPr>
          <a:xfrm>
            <a:off x="10836647" y="6181766"/>
            <a:ext cx="1355353" cy="750050"/>
          </a:xfrm>
          <a:prstGeom prst="rect">
            <a:avLst/>
          </a:prstGeom>
        </p:spPr>
      </p:pic>
      <p:sp>
        <p:nvSpPr>
          <p:cNvPr id="4" name="Rectangle 3">
            <a:extLst>
              <a:ext uri="{FF2B5EF4-FFF2-40B4-BE49-F238E27FC236}">
                <a16:creationId xmlns:a16="http://schemas.microsoft.com/office/drawing/2014/main" id="{FBC41C9C-DA98-2034-CD32-50803649B15B}"/>
              </a:ext>
            </a:extLst>
          </p:cNvPr>
          <p:cNvSpPr/>
          <p:nvPr/>
        </p:nvSpPr>
        <p:spPr>
          <a:xfrm>
            <a:off x="856110" y="455567"/>
            <a:ext cx="10479779" cy="45719"/>
          </a:xfrm>
          <a:prstGeom prst="rect">
            <a:avLst/>
          </a:prstGeom>
          <a:gradFill>
            <a:gsLst>
              <a:gs pos="0">
                <a:schemeClr val="bg1">
                  <a:alpha val="0"/>
                </a:schemeClr>
              </a:gs>
              <a:gs pos="52000">
                <a:srgbClr val="006341"/>
              </a:gs>
              <a:gs pos="99000">
                <a:schemeClr val="bg1"/>
              </a:gs>
            </a:gsLst>
            <a:lin ang="0" scaled="0"/>
          </a:gradFill>
          <a:ln w="9525">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ibre Franklin" pitchFamily="2" charset="77"/>
            </a:endParaRPr>
          </a:p>
        </p:txBody>
      </p:sp>
      <p:sp>
        <p:nvSpPr>
          <p:cNvPr id="6" name="Text Placeholder 3">
            <a:extLst>
              <a:ext uri="{FF2B5EF4-FFF2-40B4-BE49-F238E27FC236}">
                <a16:creationId xmlns:a16="http://schemas.microsoft.com/office/drawing/2014/main" id="{27967D05-DF24-9CFF-9406-902738CFB8CC}"/>
              </a:ext>
            </a:extLst>
          </p:cNvPr>
          <p:cNvSpPr txBox="1">
            <a:spLocks/>
          </p:cNvSpPr>
          <p:nvPr/>
        </p:nvSpPr>
        <p:spPr>
          <a:xfrm>
            <a:off x="109781" y="107639"/>
            <a:ext cx="11404542" cy="520820"/>
          </a:xfrm>
          <a:prstGeom prst="rect">
            <a:avLst/>
          </a:prstGeom>
        </p:spPr>
        <p:txBody>
          <a:bodyPr vert="horz" lIns="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009639"/>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90000"/>
              </a:lnSpc>
              <a:spcBef>
                <a:spcPts val="1000"/>
              </a:spcBef>
            </a:pPr>
            <a:r>
              <a:rPr lang="en-ZA" sz="2000" dirty="0">
                <a:solidFill>
                  <a:srgbClr val="115740"/>
                </a:solidFill>
                <a:latin typeface="Libre Franklin" pitchFamily="2" charset="0"/>
                <a:cs typeface="Arial"/>
              </a:rPr>
              <a:t>Recommendations</a:t>
            </a:r>
            <a:endParaRPr lang="en-ZA" sz="1800" b="1" dirty="0">
              <a:latin typeface="Arial"/>
              <a:cs typeface="Arial"/>
            </a:endParaRPr>
          </a:p>
        </p:txBody>
      </p:sp>
      <p:sp>
        <p:nvSpPr>
          <p:cNvPr id="7" name="TextBox 4">
            <a:extLst>
              <a:ext uri="{FF2B5EF4-FFF2-40B4-BE49-F238E27FC236}">
                <a16:creationId xmlns:a16="http://schemas.microsoft.com/office/drawing/2014/main" id="{1628DE13-0AFC-4189-B846-FE7F8DDD8AA1}"/>
              </a:ext>
            </a:extLst>
          </p:cNvPr>
          <p:cNvSpPr txBox="1"/>
          <p:nvPr/>
        </p:nvSpPr>
        <p:spPr>
          <a:xfrm>
            <a:off x="109781" y="1011103"/>
            <a:ext cx="6370320" cy="5043490"/>
          </a:xfrm>
          <a:prstGeom prst="rect">
            <a:avLst/>
          </a:prstGeom>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Bef>
                <a:spcPts val="2500"/>
              </a:spcBef>
              <a:spcAft>
                <a:spcPts val="600"/>
              </a:spcAft>
              <a:buFont typeface="Arial" panose="020B0604020202020204" pitchFamily="34" charset="0"/>
              <a:buNone/>
            </a:pPr>
            <a:r>
              <a:rPr lang="en-US" sz="1400" b="1" dirty="0"/>
              <a:t>Focus on Rice Cultivation</a:t>
            </a:r>
          </a:p>
          <a:p>
            <a:pPr marL="0" lvl="1" indent="0">
              <a:spcBef>
                <a:spcPts val="1000"/>
              </a:spcBef>
              <a:spcAft>
                <a:spcPts val="600"/>
              </a:spcAft>
              <a:buFont typeface="Arial" panose="020B0604020202020204" pitchFamily="34" charset="0"/>
              <a:buNone/>
            </a:pPr>
            <a:r>
              <a:rPr lang="en-US" sz="1400" dirty="0"/>
              <a:t>Prioritize increasing rice cultivation area to improve predictive accuracy as it is the most influential factor.</a:t>
            </a:r>
          </a:p>
          <a:p>
            <a:pPr marL="0" indent="0">
              <a:spcBef>
                <a:spcPts val="2500"/>
              </a:spcBef>
              <a:spcAft>
                <a:spcPts val="600"/>
              </a:spcAft>
              <a:buFont typeface="Arial" panose="020B0604020202020204" pitchFamily="34" charset="0"/>
              <a:buNone/>
            </a:pPr>
            <a:r>
              <a:rPr lang="en-US" sz="1400" b="1" dirty="0"/>
              <a:t>Monitor Wheat and Maize</a:t>
            </a:r>
          </a:p>
          <a:p>
            <a:pPr marL="0" lvl="1" indent="0">
              <a:spcBef>
                <a:spcPts val="1000"/>
              </a:spcBef>
              <a:spcAft>
                <a:spcPts val="600"/>
              </a:spcAft>
              <a:buFont typeface="Arial" panose="020B0604020202020204" pitchFamily="34" charset="0"/>
              <a:buNone/>
            </a:pPr>
            <a:r>
              <a:rPr lang="en-US" sz="1400" dirty="0"/>
              <a:t>Closely monitor wheat and maize areas since they significantly contribute to yield predictions.</a:t>
            </a:r>
          </a:p>
          <a:p>
            <a:pPr marL="0" indent="0">
              <a:spcBef>
                <a:spcPts val="2500"/>
              </a:spcBef>
              <a:spcAft>
                <a:spcPts val="600"/>
              </a:spcAft>
              <a:buFont typeface="Arial" panose="020B0604020202020204" pitchFamily="34" charset="0"/>
              <a:buNone/>
            </a:pPr>
            <a:r>
              <a:rPr lang="en-US" sz="1400" b="1" dirty="0"/>
              <a:t>Utilize Random Forest Model</a:t>
            </a:r>
          </a:p>
          <a:p>
            <a:pPr marL="0" lvl="1" indent="0">
              <a:spcBef>
                <a:spcPts val="1000"/>
              </a:spcBef>
              <a:spcAft>
                <a:spcPts val="600"/>
              </a:spcAft>
              <a:buFont typeface="Arial" panose="020B0604020202020204" pitchFamily="34" charset="0"/>
              <a:buNone/>
            </a:pPr>
            <a:r>
              <a:rPr lang="en-US" sz="1400" dirty="0"/>
              <a:t>Continue using Random Forest model for its robustness and reliable residual distribution.</a:t>
            </a:r>
          </a:p>
          <a:p>
            <a:pPr marL="0" indent="0">
              <a:spcBef>
                <a:spcPts val="2500"/>
              </a:spcBef>
              <a:spcAft>
                <a:spcPts val="600"/>
              </a:spcAft>
              <a:buFont typeface="Arial" panose="020B0604020202020204" pitchFamily="34" charset="0"/>
              <a:buNone/>
            </a:pPr>
            <a:r>
              <a:rPr lang="en-US" sz="1400" b="1" dirty="0"/>
              <a:t>Feature Engineering Exploration</a:t>
            </a:r>
          </a:p>
          <a:p>
            <a:pPr marL="0" lvl="1" indent="0">
              <a:spcBef>
                <a:spcPts val="1000"/>
              </a:spcBef>
              <a:spcAft>
                <a:spcPts val="600"/>
              </a:spcAft>
              <a:buFont typeface="Arial" panose="020B0604020202020204" pitchFamily="34" charset="0"/>
              <a:buNone/>
            </a:pPr>
            <a:r>
              <a:rPr lang="en-US" sz="1400" dirty="0"/>
              <a:t>Explore feature engineering to discover new predictors or transform existing features for better generalization.</a:t>
            </a:r>
          </a:p>
        </p:txBody>
      </p:sp>
      <p:pic>
        <p:nvPicPr>
          <p:cNvPr id="4098" name="Picture 2" descr="Rice research, plant disease investigation, Science of plant research, Chromosome DNA and genetic, Scientist researching.">
            <a:extLst>
              <a:ext uri="{FF2B5EF4-FFF2-40B4-BE49-F238E27FC236}">
                <a16:creationId xmlns:a16="http://schemas.microsoft.com/office/drawing/2014/main" id="{FBDE9DF2-00C9-AF7C-7EFD-68FC4AB7FB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7407" y="677766"/>
            <a:ext cx="3590925"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0134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552AA8-50AF-30BF-7D4B-9B5163807BAA}"/>
              </a:ext>
            </a:extLst>
          </p:cNvPr>
          <p:cNvSpPr/>
          <p:nvPr/>
        </p:nvSpPr>
        <p:spPr>
          <a:xfrm>
            <a:off x="0" y="6181766"/>
            <a:ext cx="12192000" cy="676234"/>
          </a:xfrm>
          <a:prstGeom prst="rect">
            <a:avLst/>
          </a:prstGeom>
          <a:solidFill>
            <a:srgbClr val="2379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pplication&#10;&#10;Description automatically generated with medium confidence">
            <a:extLst>
              <a:ext uri="{FF2B5EF4-FFF2-40B4-BE49-F238E27FC236}">
                <a16:creationId xmlns:a16="http://schemas.microsoft.com/office/drawing/2014/main" id="{1CFF420A-15E6-199D-D900-5635F4AD21F7}"/>
              </a:ext>
            </a:extLst>
          </p:cNvPr>
          <p:cNvPicPr>
            <a:picLocks noChangeAspect="1"/>
          </p:cNvPicPr>
          <p:nvPr/>
        </p:nvPicPr>
        <p:blipFill rotWithShape="1">
          <a:blip r:embed="rId2"/>
          <a:srcRect l="31004" t="29565" r="33478" b="20870"/>
          <a:stretch/>
        </p:blipFill>
        <p:spPr>
          <a:xfrm>
            <a:off x="10836647" y="6181766"/>
            <a:ext cx="1355353" cy="750050"/>
          </a:xfrm>
          <a:prstGeom prst="rect">
            <a:avLst/>
          </a:prstGeom>
        </p:spPr>
      </p:pic>
      <p:sp>
        <p:nvSpPr>
          <p:cNvPr id="4" name="Rectangle 3">
            <a:extLst>
              <a:ext uri="{FF2B5EF4-FFF2-40B4-BE49-F238E27FC236}">
                <a16:creationId xmlns:a16="http://schemas.microsoft.com/office/drawing/2014/main" id="{FBC41C9C-DA98-2034-CD32-50803649B15B}"/>
              </a:ext>
            </a:extLst>
          </p:cNvPr>
          <p:cNvSpPr/>
          <p:nvPr/>
        </p:nvSpPr>
        <p:spPr>
          <a:xfrm>
            <a:off x="856110" y="455567"/>
            <a:ext cx="10479779" cy="45719"/>
          </a:xfrm>
          <a:prstGeom prst="rect">
            <a:avLst/>
          </a:prstGeom>
          <a:gradFill>
            <a:gsLst>
              <a:gs pos="0">
                <a:schemeClr val="bg1">
                  <a:alpha val="0"/>
                </a:schemeClr>
              </a:gs>
              <a:gs pos="52000">
                <a:srgbClr val="006341"/>
              </a:gs>
              <a:gs pos="99000">
                <a:schemeClr val="bg1"/>
              </a:gs>
            </a:gsLst>
            <a:lin ang="0" scaled="0"/>
          </a:gradFill>
          <a:ln w="9525">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ibre Franklin" pitchFamily="2" charset="77"/>
            </a:endParaRPr>
          </a:p>
        </p:txBody>
      </p:sp>
      <p:sp>
        <p:nvSpPr>
          <p:cNvPr id="5" name="TextBox 4">
            <a:extLst>
              <a:ext uri="{FF2B5EF4-FFF2-40B4-BE49-F238E27FC236}">
                <a16:creationId xmlns:a16="http://schemas.microsoft.com/office/drawing/2014/main" id="{BBCEF18C-EC23-2264-8C7A-4007E0A9B4B3}"/>
              </a:ext>
            </a:extLst>
          </p:cNvPr>
          <p:cNvSpPr txBox="1"/>
          <p:nvPr/>
        </p:nvSpPr>
        <p:spPr>
          <a:xfrm>
            <a:off x="346225" y="520820"/>
            <a:ext cx="11499547" cy="4623973"/>
          </a:xfrm>
          <a:prstGeom prst="rect">
            <a:avLst/>
          </a:prstGeom>
          <a:noFill/>
        </p:spPr>
        <p:txBody>
          <a:bodyPr wrap="square" lIns="0" tIns="49347" rIns="98694" bIns="49347" rtlCol="0" anchor="t">
            <a:spAutoFit/>
          </a:bodyPr>
          <a:lstStyle/>
          <a:p>
            <a:pPr algn="l"/>
            <a:r>
              <a:rPr lang="en-ZA" sz="1400" b="1" i="0" dirty="0">
                <a:effectLst/>
                <a:latin typeface="system-ui"/>
              </a:rPr>
              <a:t>Summary of Findings:</a:t>
            </a:r>
            <a:endParaRPr lang="en-ZA" sz="1400" b="0" i="0" dirty="0">
              <a:effectLst/>
              <a:latin typeface="system-ui"/>
            </a:endParaRPr>
          </a:p>
          <a:p>
            <a:pPr algn="l"/>
            <a:r>
              <a:rPr lang="en-ZA" sz="1400" b="0" i="0" dirty="0">
                <a:effectLst/>
                <a:latin typeface="system-ui"/>
              </a:rPr>
              <a:t>The Random Forest model demonstrated strong predictive performance, with residuals evenly distributed around zero, indicating minimal bias and good generalization. Feature importance analysis revealed that Rice Area is the most influential predictor, followed by Wheat Area and Maize Area, highlighting the critical role of crop-specific data in yield forecasting.</a:t>
            </a:r>
          </a:p>
          <a:p>
            <a:pPr algn="l"/>
            <a:endParaRPr lang="en-ZA" sz="1400" b="0" i="0" dirty="0">
              <a:effectLst/>
              <a:latin typeface="system-ui"/>
            </a:endParaRPr>
          </a:p>
          <a:p>
            <a:pPr algn="l"/>
            <a:r>
              <a:rPr lang="en-ZA" sz="1400" b="1" i="0" dirty="0">
                <a:effectLst/>
                <a:latin typeface="system-ui"/>
              </a:rPr>
              <a:t>Insights Gained:</a:t>
            </a:r>
            <a:endParaRPr lang="en-ZA" sz="1400" b="0" i="0" dirty="0">
              <a:effectLst/>
              <a:latin typeface="system-ui"/>
            </a:endParaRPr>
          </a:p>
          <a:p>
            <a:pPr marL="171450" indent="-171450" algn="l">
              <a:buFont typeface="Arial" panose="020B0604020202020204" pitchFamily="34" charset="0"/>
              <a:buChar char="•"/>
            </a:pPr>
            <a:r>
              <a:rPr lang="en-ZA" sz="1400" b="0" i="0" dirty="0">
                <a:effectLst/>
                <a:latin typeface="system-ui"/>
              </a:rPr>
              <a:t>Accurate measurement of Rice cultivation areas significantly impacts prediction accuracy.</a:t>
            </a:r>
          </a:p>
          <a:p>
            <a:pPr marL="171450" indent="-171450" algn="l">
              <a:buFont typeface="Arial" panose="020B0604020202020204" pitchFamily="34" charset="0"/>
              <a:buChar char="•"/>
            </a:pPr>
            <a:r>
              <a:rPr lang="en-ZA" sz="1400" b="0" i="0" dirty="0">
                <a:effectLst/>
                <a:latin typeface="system-ui"/>
              </a:rPr>
              <a:t>Wheat and Maize areas provide secondary but meaningful contributions.</a:t>
            </a:r>
          </a:p>
          <a:p>
            <a:pPr marL="171450" indent="-171450" algn="l">
              <a:buFont typeface="Arial" panose="020B0604020202020204" pitchFamily="34" charset="0"/>
              <a:buChar char="•"/>
            </a:pPr>
            <a:r>
              <a:rPr lang="en-ZA" sz="1400" b="0" i="0" dirty="0">
                <a:effectLst/>
                <a:latin typeface="system-ui"/>
              </a:rPr>
              <a:t>Random Forest’s robustness makes it suitable for agricultural yield prediction tasks.</a:t>
            </a:r>
          </a:p>
          <a:p>
            <a:pPr algn="l">
              <a:buFont typeface="Arial" panose="020B0604020202020204" pitchFamily="34" charset="0"/>
              <a:buChar char="•"/>
            </a:pPr>
            <a:endParaRPr lang="en-ZA" sz="1400" b="0" i="0" dirty="0">
              <a:effectLst/>
              <a:latin typeface="system-ui"/>
            </a:endParaRPr>
          </a:p>
          <a:p>
            <a:pPr algn="l"/>
            <a:r>
              <a:rPr lang="en-ZA" sz="1400" b="1" i="0" dirty="0">
                <a:effectLst/>
                <a:latin typeface="system-ui"/>
              </a:rPr>
              <a:t>Limitations:</a:t>
            </a:r>
            <a:endParaRPr lang="en-ZA" sz="1400" b="0" i="0" dirty="0">
              <a:effectLst/>
              <a:latin typeface="system-ui"/>
            </a:endParaRPr>
          </a:p>
          <a:p>
            <a:pPr algn="l">
              <a:buFont typeface="Arial" panose="020B0604020202020204" pitchFamily="34" charset="0"/>
              <a:buChar char="•"/>
            </a:pPr>
            <a:r>
              <a:rPr lang="en-ZA" sz="1400" b="0" i="0" dirty="0">
                <a:effectLst/>
                <a:latin typeface="system-ui"/>
              </a:rPr>
              <a:t>The dataset may lack granularity in environmental factors (e.g., soil quality, rainfall).</a:t>
            </a:r>
          </a:p>
          <a:p>
            <a:pPr marL="171450" indent="-171450">
              <a:buFont typeface="Arial" panose="020B0604020202020204" pitchFamily="34" charset="0"/>
              <a:buChar char="•"/>
            </a:pPr>
            <a:r>
              <a:rPr lang="en-ZA" sz="1400" dirty="0">
                <a:latin typeface="system-ui"/>
              </a:rPr>
              <a:t>Limited temporal data restricts the ability to capture seasonal variations.</a:t>
            </a:r>
          </a:p>
          <a:p>
            <a:pPr marL="171450" indent="-171450">
              <a:buFont typeface="Arial" panose="020B0604020202020204" pitchFamily="34" charset="0"/>
              <a:buChar char="•"/>
            </a:pPr>
            <a:r>
              <a:rPr lang="en-ZA" sz="1400" dirty="0">
                <a:latin typeface="system-ui"/>
              </a:rPr>
              <a:t>Model interpretability remains a challenge compared to simpler algorithms.</a:t>
            </a:r>
          </a:p>
          <a:p>
            <a:pPr marL="171450" indent="-171450">
              <a:buFont typeface="Arial" panose="020B0604020202020204" pitchFamily="34" charset="0"/>
              <a:buChar char="•"/>
            </a:pPr>
            <a:endParaRPr lang="en-ZA" sz="1400" dirty="0">
              <a:latin typeface="system-ui"/>
            </a:endParaRPr>
          </a:p>
          <a:p>
            <a:r>
              <a:rPr lang="en-ZA" sz="1400" b="1" dirty="0">
                <a:latin typeface="system-ui"/>
              </a:rPr>
              <a:t>Future Directions</a:t>
            </a:r>
            <a:r>
              <a:rPr lang="en-ZA" sz="1400" dirty="0">
                <a:latin typeface="system-ui"/>
              </a:rPr>
              <a:t>:</a:t>
            </a:r>
          </a:p>
          <a:p>
            <a:pPr marL="171450" indent="-171450">
              <a:buFont typeface="Arial" panose="020B0604020202020204" pitchFamily="34" charset="0"/>
              <a:buChar char="•"/>
            </a:pPr>
            <a:r>
              <a:rPr lang="en-ZA" sz="1400" dirty="0">
                <a:latin typeface="system-ui"/>
              </a:rPr>
              <a:t>Data Enrichment: Incorporate weather, soil, and irrigation data for improved accuracy.</a:t>
            </a:r>
          </a:p>
          <a:p>
            <a:pPr marL="171450" indent="-171450">
              <a:buFont typeface="Arial" panose="020B0604020202020204" pitchFamily="34" charset="0"/>
              <a:buChar char="•"/>
            </a:pPr>
            <a:r>
              <a:rPr lang="en-ZA" sz="1400" dirty="0">
                <a:latin typeface="system-ui"/>
              </a:rPr>
              <a:t>Model Optimization: Explore hyperparameter tuning and ensemble approaches.</a:t>
            </a:r>
          </a:p>
          <a:p>
            <a:pPr marL="171450" indent="-171450">
              <a:buFont typeface="Arial" panose="020B0604020202020204" pitchFamily="34" charset="0"/>
              <a:buChar char="•"/>
            </a:pPr>
            <a:r>
              <a:rPr lang="en-ZA" sz="1400" dirty="0">
                <a:latin typeface="system-ui"/>
              </a:rPr>
              <a:t>Feature Engineering: Develop derived features (e.g., crop rotation patterns).</a:t>
            </a:r>
          </a:p>
          <a:p>
            <a:pPr marL="171450" indent="-171450">
              <a:buFont typeface="Arial" panose="020B0604020202020204" pitchFamily="34" charset="0"/>
              <a:buChar char="•"/>
            </a:pPr>
            <a:r>
              <a:rPr lang="en-ZA" sz="1400" dirty="0">
                <a:latin typeface="system-ui"/>
              </a:rPr>
              <a:t>Monitoring &amp; Maintenance: Implement model drift detection and periodic retraining.</a:t>
            </a:r>
          </a:p>
          <a:p>
            <a:pPr marL="171450" indent="-171450">
              <a:buFont typeface="Arial" panose="020B0604020202020204" pitchFamily="34" charset="0"/>
              <a:buChar char="•"/>
            </a:pPr>
            <a:r>
              <a:rPr lang="en-ZA" sz="1400" dirty="0">
                <a:latin typeface="system-ui"/>
              </a:rPr>
              <a:t>Scalability: Extend the methodology to other crops and regions for broader applicability</a:t>
            </a:r>
            <a:r>
              <a:rPr lang="en-ZA" sz="1400" b="0" i="0" dirty="0">
                <a:effectLst/>
                <a:latin typeface="system-ui"/>
              </a:rPr>
              <a:t>.</a:t>
            </a:r>
          </a:p>
        </p:txBody>
      </p:sp>
      <p:sp>
        <p:nvSpPr>
          <p:cNvPr id="6" name="Text Placeholder 3">
            <a:extLst>
              <a:ext uri="{FF2B5EF4-FFF2-40B4-BE49-F238E27FC236}">
                <a16:creationId xmlns:a16="http://schemas.microsoft.com/office/drawing/2014/main" id="{27967D05-DF24-9CFF-9406-902738CFB8CC}"/>
              </a:ext>
            </a:extLst>
          </p:cNvPr>
          <p:cNvSpPr txBox="1">
            <a:spLocks/>
          </p:cNvSpPr>
          <p:nvPr/>
        </p:nvSpPr>
        <p:spPr>
          <a:xfrm>
            <a:off x="109781" y="107639"/>
            <a:ext cx="11404542" cy="520820"/>
          </a:xfrm>
          <a:prstGeom prst="rect">
            <a:avLst/>
          </a:prstGeom>
        </p:spPr>
        <p:txBody>
          <a:bodyPr vert="horz" lIns="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009639"/>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90000"/>
              </a:lnSpc>
              <a:spcBef>
                <a:spcPts val="1000"/>
              </a:spcBef>
            </a:pPr>
            <a:r>
              <a:rPr lang="en-ZA" sz="1800" b="1" dirty="0">
                <a:latin typeface="Arial"/>
                <a:cs typeface="Arial"/>
              </a:rPr>
              <a:t>Key Insights and Conclusion</a:t>
            </a:r>
          </a:p>
        </p:txBody>
      </p:sp>
    </p:spTree>
    <p:extLst>
      <p:ext uri="{BB962C8B-B14F-4D97-AF65-F5344CB8AC3E}">
        <p14:creationId xmlns:p14="http://schemas.microsoft.com/office/powerpoint/2010/main" val="7732051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1185</TotalTime>
  <Words>1009</Words>
  <Application>Microsoft Office PowerPoint</Application>
  <PresentationFormat>Widescreen</PresentationFormat>
  <Paragraphs>131</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Aptos Display</vt:lpstr>
      <vt:lpstr>Arial</vt:lpstr>
      <vt:lpstr>Libre Franklin</vt:lpstr>
      <vt:lpstr>Neue Haas Grotesk Text Pro</vt:lpstr>
      <vt:lpstr>Segoe Sans</vt:lpstr>
      <vt:lpstr>system-ui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Tshikovhele, K. (Khuthadzo)</dc:creator>
  <cp:lastModifiedBy>Tshikovhele, K. (Khuthadzo)</cp:lastModifiedBy>
  <cp:revision>5</cp:revision>
  <dcterms:created xsi:type="dcterms:W3CDTF">2025-06-02T12:16:54Z</dcterms:created>
  <dcterms:modified xsi:type="dcterms:W3CDTF">2025-10-10T08:59:27Z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3ff2d6-7c2c-441b-97b8-52c111077da7_Enabled">
    <vt:lpwstr>true</vt:lpwstr>
  </property>
  <property fmtid="{D5CDD505-2E9C-101B-9397-08002B2CF9AE}" pid="3" name="MSIP_Label_fb3ff2d6-7c2c-441b-97b8-52c111077da7_SetDate">
    <vt:lpwstr>2025-06-02T15:38:18Z</vt:lpwstr>
  </property>
  <property fmtid="{D5CDD505-2E9C-101B-9397-08002B2CF9AE}" pid="4" name="MSIP_Label_fb3ff2d6-7c2c-441b-97b8-52c111077da7_Method">
    <vt:lpwstr>Standard</vt:lpwstr>
  </property>
  <property fmtid="{D5CDD505-2E9C-101B-9397-08002B2CF9AE}" pid="5" name="MSIP_Label_fb3ff2d6-7c2c-441b-97b8-52c111077da7_Name">
    <vt:lpwstr>fb3ff2d6-7c2c-441b-97b8-52c111077da7</vt:lpwstr>
  </property>
  <property fmtid="{D5CDD505-2E9C-101B-9397-08002B2CF9AE}" pid="6" name="MSIP_Label_fb3ff2d6-7c2c-441b-97b8-52c111077da7_SiteId">
    <vt:lpwstr>0b1d23d8-10d1-4093-8cb7-fd0bb32f81e1</vt:lpwstr>
  </property>
  <property fmtid="{D5CDD505-2E9C-101B-9397-08002B2CF9AE}" pid="7" name="MSIP_Label_fb3ff2d6-7c2c-441b-97b8-52c111077da7_ActionId">
    <vt:lpwstr>dcde7920-da92-43be-933e-c1b173e4ee4f</vt:lpwstr>
  </property>
  <property fmtid="{D5CDD505-2E9C-101B-9397-08002B2CF9AE}" pid="8" name="MSIP_Label_fb3ff2d6-7c2c-441b-97b8-52c111077da7_ContentBits">
    <vt:lpwstr>0</vt:lpwstr>
  </property>
  <property fmtid="{D5CDD505-2E9C-101B-9397-08002B2CF9AE}" pid="9" name="MSIP_Label_fb3ff2d6-7c2c-441b-97b8-52c111077da7_Tag">
    <vt:lpwstr>10, 3, 0, 1</vt:lpwstr>
  </property>
</Properties>
</file>